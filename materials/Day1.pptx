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12E_590572E3.xml" ContentType="application/vnd.ms-powerpoint.comments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375" r:id="rId2"/>
    <p:sldId id="378" r:id="rId3"/>
    <p:sldId id="414" r:id="rId4"/>
    <p:sldId id="270" r:id="rId5"/>
    <p:sldId id="413" r:id="rId6"/>
    <p:sldId id="442" r:id="rId7"/>
    <p:sldId id="396" r:id="rId8"/>
    <p:sldId id="443" r:id="rId9"/>
    <p:sldId id="452" r:id="rId10"/>
    <p:sldId id="454" r:id="rId11"/>
    <p:sldId id="401" r:id="rId12"/>
    <p:sldId id="407" r:id="rId13"/>
    <p:sldId id="385" r:id="rId14"/>
    <p:sldId id="262" r:id="rId15"/>
    <p:sldId id="411" r:id="rId16"/>
    <p:sldId id="397" r:id="rId17"/>
    <p:sldId id="445" r:id="rId18"/>
    <p:sldId id="444" r:id="rId19"/>
    <p:sldId id="446" r:id="rId20"/>
    <p:sldId id="447" r:id="rId21"/>
    <p:sldId id="448" r:id="rId22"/>
    <p:sldId id="400" r:id="rId23"/>
    <p:sldId id="449" r:id="rId24"/>
    <p:sldId id="403" r:id="rId25"/>
    <p:sldId id="257" r:id="rId26"/>
    <p:sldId id="259" r:id="rId27"/>
    <p:sldId id="450" r:id="rId28"/>
    <p:sldId id="302" r:id="rId29"/>
    <p:sldId id="451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DDD94B-1509-DCC6-97CA-BFFAFB482CC6}" name="Murray Cantor" initials="MC" userId="S::contact@murraycantor.com::4c14c09f-f573-4990-929e-1c221c9dac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99"/>
    <p:restoredTop sz="86438"/>
  </p:normalViewPr>
  <p:slideViewPr>
    <p:cSldViewPr snapToGrid="0" snapToObjects="1">
      <p:cViewPr varScale="1">
        <p:scale>
          <a:sx n="79" d="100"/>
          <a:sy n="79" d="100"/>
        </p:scale>
        <p:origin x="216" y="8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omments/modernComment_12E_590572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F690EB-DD42-744B-B34A-45CA8DC8488A}" authorId="{E9DDD94B-1509-DCC6-97CA-BFFAFB482CC6}" created="2026-06-18T18:16:22.077">
    <pc:sldMkLst xmlns:pc="http://schemas.microsoft.com/office/powerpoint/2013/main/command">
      <pc:docMk/>
      <pc:sldMk cId="877710347" sldId="302"/>
    </pc:sldMkLst>
    <p188:replyLst>
      <p188:reply id="{E7783D76-3E75-3B40-821F-D9BC930CE3EB}" authorId="{E9DDD94B-1509-DCC6-97CA-BFFAFB482CC6}" created="2026-06-22T16:13:07.822">
        <p188:txBody>
          <a:bodyPr/>
          <a:lstStyle/>
          <a:p>
            <a:r>
              <a:rPr lang="en-US"/>
              <a:t>no
</a:t>
            </a:r>
          </a:p>
        </p188:txBody>
      </p188:reply>
    </p188:replyLst>
    <p188:txBody>
      <a:bodyPr/>
      <a:lstStyle/>
      <a:p>
        <a:r>
          <a:rPr lang="en-US"/>
          <a:t>Tighten?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3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EDITING: The course mark (top-right) and white background live in the slide master — change them once under View &gt; Slide Master. To reuse a layout, right-click a slide and Duplicate. Swap the bell-curve graphic for a topic image on other talks. Palette: teal 15686B, terracotta C2683F, ink 262320. Fonts: Bookman Old Style (headings), Calibri (body).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content layout. Title is a placeholder — click and type. Points left, one big number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F2178-4B29-1C35-96F1-C0C40EDD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BA2E0-E57A-BA1C-75A3-00459F1EF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482F8-8414-A84E-220D-9DC98F9FC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content layout. Title is a placeholder — click and type. Points left, one big number right.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EBEF1-3F5F-1C26-664F-41C5CB154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19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A4A8E-5409-C38D-BAE9-728BF199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89A24-3EAC-0304-129F-9D9D7B315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3BACE-2FA4-4E09-8EB6-01E8C4532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content layout. Title is a placeholder — click and type. Points left, one big number right.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0D6F6-D2E8-490C-F576-268A9B744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00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8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059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74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Leave it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2E226-7E68-9CF6-0474-61FFF4894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31BF1-4012-77F1-CF86-FFE22B699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9DA29-9705-9F6B-3D49-BD41018A3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03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A8B38-75D5-CF83-842C-6F59FEA7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0873C-0B23-508E-2AB8-CEDF19423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A0D07-CA53-E247-C1A2-604EF6ED7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1782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E504D-710C-7AC5-5188-11085F00C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467C6-4E07-4EA6-84B3-091AE3199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A1068-C6A5-8A66-5772-4E231C2E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content layout. Title is a placeholder — click and type. Points left, one big number right.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4F479-8DEF-977C-06A4-0E8A31E8E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637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emble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84280" y="292608"/>
            <a:ext cx="53035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52560" y="31089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Skepticism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emble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84280" y="292608"/>
            <a:ext cx="53035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52560" y="31089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Skepticism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E_590572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444752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6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Healthy Skepticism</a:t>
            </a:r>
          </a:p>
          <a:p>
            <a:pPr marL="0" indent="0" algn="l">
              <a:buNone/>
            </a:pPr>
            <a:r>
              <a:rPr lang="en-US" sz="5600" b="1" dirty="0">
                <a:solidFill>
                  <a:srgbClr val="26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Session 1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685800" y="39319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dirty="0">
                <a:solidFill>
                  <a:srgbClr val="51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faults, and the first worked example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8580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 Cantor, PhD</a:t>
            </a:r>
            <a:r>
              <a:rPr lang="en-US" sz="20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20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Keenan, MD</a:t>
            </a:r>
            <a:r>
              <a:rPr lang="en-US" sz="20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[venue and date]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FCB6C9-B600-3075-6ECF-8170100C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560" y="883920"/>
            <a:ext cx="4053840" cy="405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07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About Us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4064000"/>
            <a:ext cx="546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320"/>
                </a:solidFill>
                <a:latin typeface="Calibri" pitchFamily="34" charset="0"/>
              </a:rPr>
              <a:t>Not anti-vax or MAHA</a:t>
            </a:r>
          </a:p>
          <a:p>
            <a:pPr marL="285750" indent="-28575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320"/>
                </a:solidFill>
                <a:latin typeface="Calibri" pitchFamily="34" charset="0"/>
              </a:rPr>
              <a:t>From that perspective, there is a lot of confusion about medical claims</a:t>
            </a:r>
          </a:p>
          <a:p>
            <a:pPr marL="285750" indent="-28575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320"/>
                </a:solidFill>
                <a:latin typeface="Calibri" pitchFamily="34" charset="0"/>
              </a:rPr>
              <a:t>Respect for the challenge of medical research</a:t>
            </a:r>
          </a:p>
        </p:txBody>
      </p:sp>
      <p:sp>
        <p:nvSpPr>
          <p:cNvPr id="12" name="Author1Name">
            <a:extLst>
              <a:ext uri="{FF2B5EF4-FFF2-40B4-BE49-F238E27FC236}">
                <a16:creationId xmlns:a16="http://schemas.microsoft.com/office/drawing/2014/main" id="{A0374D37-4D8F-534D-8318-7D0F494F9845}"/>
              </a:ext>
            </a:extLst>
          </p:cNvPr>
          <p:cNvSpPr txBox="1"/>
          <p:nvPr/>
        </p:nvSpPr>
        <p:spPr>
          <a:xfrm>
            <a:off x="2489200" y="2006600"/>
            <a:ext cx="3429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262320"/>
                </a:solidFill>
                <a:latin typeface="Calibri" pitchFamily="34" charset="0"/>
              </a:rPr>
              <a:t>Dr. Murray Cantor</a:t>
            </a:r>
          </a:p>
          <a:p>
            <a:pPr algn="l">
              <a:buNone/>
            </a:pPr>
            <a:r>
              <a:rPr lang="en-US" sz="1600" i="1" dirty="0">
                <a:solidFill>
                  <a:srgbClr val="B0A49B"/>
                </a:solidFill>
                <a:latin typeface="Calibri" pitchFamily="34" charset="0"/>
              </a:rPr>
              <a:t>PhD, Mathematics — UC Berkeley</a:t>
            </a:r>
          </a:p>
        </p:txBody>
      </p:sp>
      <p:sp>
        <p:nvSpPr>
          <p:cNvPr id="14" name="Author2Name">
            <a:extLst>
              <a:ext uri="{FF2B5EF4-FFF2-40B4-BE49-F238E27FC236}">
                <a16:creationId xmlns:a16="http://schemas.microsoft.com/office/drawing/2014/main" id="{B70976CA-5470-A145-A158-B3E352864C71}"/>
              </a:ext>
            </a:extLst>
          </p:cNvPr>
          <p:cNvSpPr txBox="1"/>
          <p:nvPr/>
        </p:nvSpPr>
        <p:spPr>
          <a:xfrm>
            <a:off x="8305800" y="2006600"/>
            <a:ext cx="3429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262320"/>
                </a:solidFill>
                <a:latin typeface="Calibri" pitchFamily="34" charset="0"/>
              </a:rPr>
              <a:t>Dr. Joel Keenan</a:t>
            </a:r>
          </a:p>
          <a:p>
            <a:pPr algn="l">
              <a:buNone/>
            </a:pPr>
            <a:r>
              <a:rPr lang="en-US" sz="1600" i="1" dirty="0">
                <a:solidFill>
                  <a:srgbClr val="B0A49B"/>
                </a:solidFill>
                <a:latin typeface="Calibri" pitchFamily="34" charset="0"/>
              </a:rPr>
              <a:t>MD, Univ of Vermont</a:t>
            </a:r>
          </a:p>
        </p:txBody>
      </p:sp>
      <p:sp>
        <p:nvSpPr>
          <p:cNvPr id="15" name="Author2Bio">
            <a:extLst>
              <a:ext uri="{FF2B5EF4-FFF2-40B4-BE49-F238E27FC236}">
                <a16:creationId xmlns:a16="http://schemas.microsoft.com/office/drawing/2014/main" id="{E4ED606C-E906-7C4D-9255-9C15AD3BBE2B}"/>
              </a:ext>
            </a:extLst>
          </p:cNvPr>
          <p:cNvSpPr txBox="1"/>
          <p:nvPr/>
        </p:nvSpPr>
        <p:spPr>
          <a:xfrm>
            <a:off x="6273800" y="4064000"/>
            <a:ext cx="5461000" cy="128240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320"/>
                </a:solidFill>
                <a:latin typeface="Calibri" pitchFamily="34" charset="0"/>
              </a:rPr>
              <a:t>Practicing physician with direct patient-care experience</a:t>
            </a:r>
          </a:p>
          <a:p>
            <a:pPr marL="285750" indent="-28575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320"/>
                </a:solidFill>
                <a:latin typeface="Calibri" pitchFamily="34" charset="0"/>
              </a:rPr>
              <a:t>Translates clinical evidence into plain-language guidance</a:t>
            </a:r>
          </a:p>
          <a:p>
            <a:pPr marL="285750" indent="-28575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62320"/>
                </a:solidFill>
                <a:latin typeface="Calibri" pitchFamily="34" charset="0"/>
              </a:rPr>
              <a:t>Shares a commitment to honest, balanced medical communication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386765-C060-1015-FF45-DCD3212C9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29" y="2087680"/>
            <a:ext cx="1752600" cy="1752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A23C5E-5904-1DAD-351B-167A4F393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082800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1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6434-DFB8-E1FE-E272-5F4490BA0C23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12B187-63AC-484D-96FF-F51A43C7A849}"/>
              </a:ext>
            </a:extLst>
          </p:cNvPr>
          <p:cNvSpPr/>
          <p:nvPr/>
        </p:nvSpPr>
        <p:spPr>
          <a:xfrm>
            <a:off x="685800" y="2095500"/>
            <a:ext cx="10820400" cy="3810000"/>
          </a:xfrm>
          <a:prstGeom prst="roundRect">
            <a:avLst/>
          </a:prstGeom>
          <a:solidFill>
            <a:srgbClr val="F7F4EF"/>
          </a:solidFill>
          <a:ln w="15875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521CD-DA07-AC4E-A7A3-3D3A710E92CB}"/>
              </a:ext>
            </a:extLst>
          </p:cNvPr>
          <p:cNvSpPr/>
          <p:nvPr/>
        </p:nvSpPr>
        <p:spPr>
          <a:xfrm>
            <a:off x="685800" y="2095500"/>
            <a:ext cx="127000" cy="38100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C05EF-D295-C643-A361-AF4175794819}"/>
              </a:ext>
            </a:extLst>
          </p:cNvPr>
          <p:cNvSpPr txBox="1"/>
          <p:nvPr/>
        </p:nvSpPr>
        <p:spPr>
          <a:xfrm>
            <a:off x="1168400" y="24384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5686B"/>
                </a:solidFill>
                <a:latin typeface="Bookman Old Style"/>
              </a:rPr>
              <a:t>This presentation is for educational purposes only.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85791-1FC6-B047-8506-DF1BFD2D57D3}"/>
              </a:ext>
            </a:extLst>
          </p:cNvPr>
          <p:cNvSpPr txBox="1"/>
          <p:nvPr/>
        </p:nvSpPr>
        <p:spPr>
          <a:xfrm>
            <a:off x="1168400" y="3048000"/>
            <a:ext cx="10033000" cy="2603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62320"/>
                </a:solidFill>
                <a:latin typeface="Calibri"/>
                <a:cs typeface="Calibri"/>
              </a:rPr>
              <a:t>The content does not constitute medical advice and is not a substitute for professional diagnosis, treatment, or care. Nothing presented here should be used to make decisions about your health or the health of others.
Always seek the advice of a qualified physician or other licensed healthcare provider with any questions you may have regarding a medical condition, test result, or treatment. Never disregard professional medical advice or delay seeking it because of something discussed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58252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Why the Course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0116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Empower patients to: 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Empower patients to have informed discussions with their doctors</a:t>
            </a:r>
          </a:p>
          <a:p>
            <a:pPr marL="800100" lvl="1" indent="-342900">
              <a:spcAft>
                <a:spcPts val="1600"/>
              </a:spcAft>
              <a:buSzPct val="100000"/>
              <a:buFontTx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Make better health decisions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Be aware, but not cynical </a:t>
            </a:r>
          </a:p>
          <a:p>
            <a:pPr>
              <a:spcAft>
                <a:spcPts val="1600"/>
              </a:spcAft>
              <a:buSzPct val="100000"/>
            </a:pPr>
            <a:endParaRPr lang="en-US" sz="2400" dirty="0">
              <a:solidFill>
                <a:srgbClr val="262320"/>
              </a:solidFill>
              <a:latin typeface="Calibri" pitchFamily="34" charset="0"/>
              <a:cs typeface="Calibri" pitchFamily="34" charset="-120"/>
            </a:endParaRPr>
          </a:p>
          <a:p>
            <a:pPr algn="l">
              <a:buSzPct val="100000"/>
            </a:pP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765EBDD-4A11-6A0D-B3AE-49FF14363E67}"/>
              </a:ext>
            </a:extLst>
          </p:cNvPr>
          <p:cNvSpPr/>
          <p:nvPr/>
        </p:nvSpPr>
        <p:spPr>
          <a:xfrm>
            <a:off x="7315200" y="2011680"/>
            <a:ext cx="4160520" cy="3108960"/>
          </a:xfrm>
          <a:prstGeom prst="roundRect">
            <a:avLst>
              <a:gd name="adj" fmla="val 3529"/>
            </a:avLst>
          </a:prstGeom>
          <a:solidFill>
            <a:srgbClr val="F7EAE2"/>
          </a:solidFill>
          <a:ln/>
          <a:effectLst>
            <a:outerShdw blurRad="127000" dist="508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pectrum label"/>
          <p:cNvSpPr/>
          <p:nvPr/>
        </p:nvSpPr>
        <p:spPr>
          <a:xfrm>
            <a:off x="7874000" y="24130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5686B"/>
                </a:solidFill>
                <a:latin typeface="Bookman Old Style" pitchFamily="34" charset="0"/>
              </a:rPr>
              <a:t>Healthy skepticism</a:t>
            </a:r>
          </a:p>
        </p:txBody>
      </p:sp>
      <p:sp>
        <p:nvSpPr>
          <p:cNvPr id="21" name="Pointer"/>
          <p:cNvSpPr/>
          <p:nvPr/>
        </p:nvSpPr>
        <p:spPr>
          <a:xfrm rot="10800000">
            <a:off x="9283700" y="2870200"/>
            <a:ext cx="228600" cy="152400"/>
          </a:xfrm>
          <a:prstGeom prst="triangle">
            <a:avLst/>
          </a:prstGeom>
          <a:solidFill>
            <a:srgbClr val="15686B"/>
          </a:solidFill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2" name="Spectrum track"/>
          <p:cNvSpPr/>
          <p:nvPr/>
        </p:nvSpPr>
        <p:spPr>
          <a:xfrm>
            <a:off x="7772400" y="3251200"/>
            <a:ext cx="3251200" cy="152400"/>
          </a:xfrm>
          <a:prstGeom prst="roundRect">
            <a:avLst/>
          </a:prstGeom>
          <a:solidFill>
            <a:srgbClr val="E3CDBD"/>
          </a:solidFill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3" name="Marker"/>
          <p:cNvSpPr/>
          <p:nvPr/>
        </p:nvSpPr>
        <p:spPr>
          <a:xfrm>
            <a:off x="9220200" y="3149600"/>
            <a:ext cx="355600" cy="3556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4" name="Left end"/>
          <p:cNvSpPr/>
          <p:nvPr/>
        </p:nvSpPr>
        <p:spPr>
          <a:xfrm>
            <a:off x="7772400" y="3606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buNone/>
            </a:pPr>
            <a:r>
              <a:rPr lang="en-US" sz="1400" dirty="0">
                <a:solidFill>
                  <a:srgbClr val="595959"/>
                </a:solidFill>
              </a:rPr>
              <a:t>Blind trust</a:t>
            </a:r>
          </a:p>
        </p:txBody>
      </p:sp>
      <p:sp>
        <p:nvSpPr>
          <p:cNvPr id="25" name="Right end"/>
          <p:cNvSpPr/>
          <p:nvPr/>
        </p:nvSpPr>
        <p:spPr>
          <a:xfrm>
            <a:off x="9499600" y="36068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buNone/>
            </a:pPr>
            <a:r>
              <a:rPr lang="en-US" sz="1400" dirty="0">
                <a:solidFill>
                  <a:srgbClr val="595959"/>
                </a:solidFill>
              </a:rPr>
              <a:t>Cynicism</a:t>
            </a:r>
          </a:p>
        </p:txBody>
      </p:sp>
      <p:sp>
        <p:nvSpPr>
          <p:cNvPr id="26" name="Spectrum caption"/>
          <p:cNvSpPr/>
          <p:nvPr/>
        </p:nvSpPr>
        <p:spPr>
          <a:xfrm>
            <a:off x="7696200" y="4140200"/>
            <a:ext cx="3403600" cy="73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i="1" dirty="0">
                <a:solidFill>
                  <a:srgbClr val="595959"/>
                </a:solidFill>
              </a:rPr>
              <a:t>Ask hard questions — without dismissing good science</a:t>
            </a:r>
          </a:p>
        </p:txBody>
      </p:sp>
    </p:spTree>
    <p:extLst>
      <p:ext uri="{BB962C8B-B14F-4D97-AF65-F5344CB8AC3E}">
        <p14:creationId xmlns:p14="http://schemas.microsoft.com/office/powerpoint/2010/main" val="5254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CA0C-A26F-D58A-CC2B-796A4D1A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FEBE566-F6B1-F838-4300-EFA20B1B972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What to Expect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3EA574-888E-EF97-D8FA-BE1754C9EF4A}"/>
              </a:ext>
            </a:extLst>
          </p:cNvPr>
          <p:cNvSpPr/>
          <p:nvPr/>
        </p:nvSpPr>
        <p:spPr>
          <a:xfrm>
            <a:off x="685800" y="20116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We do the math so you don’t have to — figures, not formulas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 lot of real-world examples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Hopefully, lots of discussion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All assertions will be backed up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 companion website with the slides</a:t>
            </a:r>
          </a:p>
          <a:p>
            <a:pPr marL="800100" lvl="1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 take-home summary paper for each day</a:t>
            </a:r>
          </a:p>
          <a:p>
            <a:pPr marL="800100" lvl="1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Deeper whitepapers on single topics, for the curious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CEFC9C-BBBE-D503-9458-4969A4706792}"/>
              </a:ext>
            </a:extLst>
          </p:cNvPr>
          <p:cNvSpPr/>
          <p:nvPr/>
        </p:nvSpPr>
        <p:spPr>
          <a:xfrm>
            <a:off x="7315200" y="2011680"/>
            <a:ext cx="4160520" cy="3108960"/>
          </a:xfrm>
          <a:prstGeom prst="roundRect">
            <a:avLst>
              <a:gd name="adj" fmla="val 3529"/>
            </a:avLst>
          </a:prstGeom>
          <a:solidFill>
            <a:srgbClr val="F7EAE2"/>
          </a:solidFill>
          <a:ln/>
          <a:effectLst>
            <a:outerShdw blurRad="127000" dist="508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Not this header"/>
          <p:cNvSpPr/>
          <p:nvPr/>
        </p:nvSpPr>
        <p:spPr>
          <a:xfrm>
            <a:off x="7518400" y="2349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C2683F"/>
                </a:solidFill>
                <a:latin typeface="Bookman Old Style" pitchFamily="34" charset="0"/>
              </a:rPr>
              <a:t>Not this</a:t>
            </a:r>
          </a:p>
        </p:txBody>
      </p:sp>
      <p:sp>
        <p:nvSpPr>
          <p:cNvPr id="21" name="This header"/>
          <p:cNvSpPr/>
          <p:nvPr/>
        </p:nvSpPr>
        <p:spPr>
          <a:xfrm>
            <a:off x="9499600" y="23495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</a:rPr>
              <a:t>This</a:t>
            </a:r>
          </a:p>
        </p:txBody>
      </p:sp>
      <p:sp>
        <p:nvSpPr>
          <p:cNvPr id="22" name="Divider"/>
          <p:cNvSpPr/>
          <p:nvPr/>
        </p:nvSpPr>
        <p:spPr>
          <a:xfrm>
            <a:off x="9385300" y="2413000"/>
            <a:ext cx="19050" cy="1841500"/>
          </a:xfrm>
          <a:prstGeom prst="rect">
            <a:avLst/>
          </a:prstGeom>
          <a:solidFill>
            <a:srgbClr val="D9C2B2"/>
          </a:solidFill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3" name="Formula"/>
          <p:cNvSpPr/>
          <p:nvPr/>
        </p:nvSpPr>
        <p:spPr>
          <a:xfrm>
            <a:off x="7467600" y="2984500"/>
            <a:ext cx="1879600" cy="88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600" i="1" dirty="0">
                <a:solidFill>
                  <a:srgbClr val="6B6B6B"/>
                </a:solidFill>
              </a:rPr>
              <a:t>σ² = Σ(x − μ)² / N</a:t>
            </a:r>
          </a:p>
        </p:txBody>
      </p:sp>
      <p:sp>
        <p:nvSpPr>
          <p:cNvPr id="24" name="Strike"/>
          <p:cNvSpPr/>
          <p:nvPr/>
        </p:nvSpPr>
        <p:spPr>
          <a:xfrm flipV="1">
            <a:off x="7594600" y="3048000"/>
            <a:ext cx="1625600" cy="762000"/>
          </a:xfrm>
          <a:prstGeom prst="line">
            <a:avLst/>
          </a:prstGeom>
          <a:noFill/>
          <a:ln w="31750" cap="rnd">
            <a:solidFill>
              <a:srgbClr val="C2683F"/>
            </a:solidFill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9" name="Caption"/>
          <p:cNvSpPr/>
          <p:nvPr/>
        </p:nvSpPr>
        <p:spPr>
          <a:xfrm>
            <a:off x="7518400" y="4470400"/>
            <a:ext cx="37592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i="1" dirty="0">
                <a:solidFill>
                  <a:srgbClr val="6B6B6B"/>
                </a:solidFill>
              </a:rPr>
              <a:t>Percentages you can count</a:t>
            </a:r>
          </a:p>
        </p:txBody>
      </p:sp>
      <p:pic>
        <p:nvPicPr>
          <p:cNvPr id="410" name="Percent waff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3017520"/>
            <a:ext cx="1280160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5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0126-7440-1590-4C70-F58F33D427B8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 algn="l">
              <a:buNone/>
            </a:pPr>
            <a:r>
              <a:rPr lang="en-US" b="1" dirty="0"/>
              <a:t>The Five Faults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CB8C89-50DD-22CD-174B-BC09CF7AACEB}"/>
              </a:ext>
            </a:extLst>
          </p:cNvPr>
          <p:cNvGrpSpPr/>
          <p:nvPr/>
        </p:nvGrpSpPr>
        <p:grpSpPr>
          <a:xfrm>
            <a:off x="951186" y="3385933"/>
            <a:ext cx="10541000" cy="688348"/>
            <a:chOff x="762000" y="1874336"/>
            <a:chExt cx="10541000" cy="688348"/>
          </a:xfrm>
        </p:grpSpPr>
        <p:sp>
          <p:nvSpPr>
            <p:cNvPr id="80" name="ErrBadge1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70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1" name="ErrTitle1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68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Relative reporting</a:t>
              </a:r>
            </a:p>
          </p:txBody>
        </p:sp>
        <p:sp>
          <p:nvSpPr>
            <p:cNvPr id="82" name="ErrBadge2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145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83" name="ErrTitle2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143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Probability reversal</a:t>
              </a:r>
            </a:p>
          </p:txBody>
        </p:sp>
        <p:sp>
          <p:nvSpPr>
            <p:cNvPr id="84" name="ErrBadge3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220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85" name="ErrTitle3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218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Arbitrary categories</a:t>
              </a:r>
            </a:p>
          </p:txBody>
        </p:sp>
        <p:sp>
          <p:nvSpPr>
            <p:cNvPr id="86" name="ErrBadge4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295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87" name="ErrTitle4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293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The Bernoulli fallacy</a:t>
              </a:r>
            </a:p>
          </p:txBody>
        </p:sp>
        <p:sp>
          <p:nvSpPr>
            <p:cNvPr id="88" name="ErrBadge5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370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89" name="ErrTitle5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368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The causal leap</a:t>
              </a:r>
            </a:p>
          </p:txBody>
        </p:sp>
        <p:sp>
          <p:nvSpPr>
            <p:cNvPr id="300" name="FaultTag300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106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What does a 36% improvement from taking a drug really mean?</a:t>
              </a:r>
            </a:p>
          </p:txBody>
        </p:sp>
        <p:sp>
          <p:nvSpPr>
            <p:cNvPr id="301" name="FaultTag301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181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What does a positive COVID test really mean?</a:t>
              </a:r>
            </a:p>
          </p:txBody>
        </p:sp>
        <p:sp>
          <p:nvSpPr>
            <p:cNvPr id="302" name="FaultTag302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256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How concerned should you be if your systolic BP goes from 119 to 120?</a:t>
              </a:r>
            </a:p>
          </p:txBody>
        </p:sp>
        <p:sp>
          <p:nvSpPr>
            <p:cNvPr id="303" name="FaultTag303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331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Why does the published medical advice keep changing?</a:t>
              </a:r>
            </a:p>
          </p:txBody>
        </p:sp>
        <p:sp>
          <p:nvSpPr>
            <p:cNvPr id="304" name="FaultTag304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406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Does bird watching prevent dementia?</a:t>
              </a:r>
            </a:p>
          </p:txBody>
        </p:sp>
        <p:sp>
          <p:nvSpPr>
            <p:cNvPr id="210" name="DayTag210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75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1</a:t>
              </a:r>
            </a:p>
          </p:txBody>
        </p:sp>
        <p:sp>
          <p:nvSpPr>
            <p:cNvPr id="211" name="DayTag211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150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2</a:t>
              </a:r>
            </a:p>
          </p:txBody>
        </p:sp>
        <p:sp>
          <p:nvSpPr>
            <p:cNvPr id="212" name="DayTag212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225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3</a:t>
              </a:r>
            </a:p>
          </p:txBody>
        </p:sp>
        <p:sp>
          <p:nvSpPr>
            <p:cNvPr id="213" name="DayTag213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300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3</a:t>
              </a:r>
            </a:p>
          </p:txBody>
        </p:sp>
        <p:sp>
          <p:nvSpPr>
            <p:cNvPr id="214" name="DayTag214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375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4</a:t>
              </a:r>
            </a:p>
          </p:txBody>
        </p:sp>
        <p:sp>
          <p:nvSpPr>
            <p:cNvPr id="95" name="Tagline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4500000"/>
              <a:ext cx="9652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i="1" dirty="0">
                  <a:solidFill>
                    <a:srgbClr val="15686B"/>
                  </a:solidFill>
                </a:rPr>
                <a:t>Once you see them, you can’t unsee them.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1274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A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Eyebrow">
            <a:extLst>
              <a:ext uri="{FF2B5EF4-FFF2-40B4-BE49-F238E27FC236}">
                <a16:creationId xmlns:a16="http://schemas.microsoft.com/office/drawing/2014/main" id="{43DCC678-91EF-7B44-B2D7-D2CC82E0E9AA}"/>
              </a:ext>
            </a:extLst>
          </p:cNvPr>
          <p:cNvSpPr txBox="1"/>
          <p:nvPr/>
        </p:nvSpPr>
        <p:spPr>
          <a:xfrm>
            <a:off x="1066800" y="1905000"/>
            <a:ext cx="5080000" cy="43088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2200" b="1" dirty="0">
                <a:solidFill>
                  <a:srgbClr val="15686B"/>
                </a:solidFill>
              </a:rPr>
              <a:t>FAULT 1</a:t>
            </a:r>
          </a:p>
        </p:txBody>
      </p:sp>
      <p:sp>
        <p:nvSpPr>
          <p:cNvPr id="3" name="DividerNum">
            <a:extLst>
              <a:ext uri="{FF2B5EF4-FFF2-40B4-BE49-F238E27FC236}">
                <a16:creationId xmlns:a16="http://schemas.microsoft.com/office/drawing/2014/main" id="{07FB2CF1-E663-8246-8037-8D6C8382576B}"/>
              </a:ext>
            </a:extLst>
          </p:cNvPr>
          <p:cNvSpPr txBox="1"/>
          <p:nvPr/>
        </p:nvSpPr>
        <p:spPr>
          <a:xfrm>
            <a:off x="1041400" y="2349500"/>
            <a:ext cx="9652000" cy="190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5400" b="1" dirty="0">
                <a:solidFill>
                  <a:srgbClr val="15686B"/>
                </a:solidFill>
              </a:rPr>
              <a:t>Relative Reporting</a:t>
            </a:r>
          </a:p>
        </p:txBody>
      </p:sp>
      <p:sp>
        <p:nvSpPr>
          <p:cNvPr id="4" name="DividerRule">
            <a:extLst>
              <a:ext uri="{FF2B5EF4-FFF2-40B4-BE49-F238E27FC236}">
                <a16:creationId xmlns:a16="http://schemas.microsoft.com/office/drawing/2014/main" id="{9B746F38-27CC-8F48-9AB8-524EE588C1AC}"/>
              </a:ext>
            </a:extLst>
          </p:cNvPr>
          <p:cNvSpPr/>
          <p:nvPr/>
        </p:nvSpPr>
        <p:spPr>
          <a:xfrm>
            <a:off x="1066800" y="4445000"/>
            <a:ext cx="1143000" cy="635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DividerTitle">
            <a:extLst>
              <a:ext uri="{FF2B5EF4-FFF2-40B4-BE49-F238E27FC236}">
                <a16:creationId xmlns:a16="http://schemas.microsoft.com/office/drawing/2014/main" id="{423C2191-AB8A-764E-9F15-6ADA4D84F2D4}"/>
              </a:ext>
            </a:extLst>
          </p:cNvPr>
          <p:cNvSpPr txBox="1"/>
          <p:nvPr/>
        </p:nvSpPr>
        <p:spPr>
          <a:xfrm>
            <a:off x="1016000" y="4762500"/>
            <a:ext cx="101600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4000" b="1">
                <a:solidFill>
                  <a:srgbClr val="15686B"/>
                </a:solidFill>
              </a:rPr>
              <a:t>Relative vs. absolute risk</a:t>
            </a:r>
          </a:p>
        </p:txBody>
      </p:sp>
    </p:spTree>
    <p:extLst>
      <p:ext uri="{BB962C8B-B14F-4D97-AF65-F5344CB8AC3E}">
        <p14:creationId xmlns:p14="http://schemas.microsoft.com/office/powerpoint/2010/main" val="432586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Addressing Uncertainty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0116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Medicine is uncertain. Every claim is a claim about chances.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The mathematics of uncertainty is probability theory, which can be abstract and obtuse.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Fortunately, every concept we need can be explained by counting.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No equations or formulas. Pictures and a few videos.</a:t>
            </a:r>
          </a:p>
        </p:txBody>
      </p:sp>
      <p:sp>
        <p:nvSpPr>
          <p:cNvPr id="26" name="Spectrum caption"/>
          <p:cNvSpPr/>
          <p:nvPr/>
        </p:nvSpPr>
        <p:spPr>
          <a:xfrm>
            <a:off x="7315200" y="4780000"/>
            <a:ext cx="4114800" cy="12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400" i="1" dirty="0">
                <a:solidFill>
                  <a:srgbClr val="595959"/>
                </a:solidFill>
              </a:rPr>
              <a:t>Each square is one person. A hundred squares, a hundred people.</a:t>
            </a:r>
          </a:p>
          <a:p>
            <a:pPr algn="ctr">
              <a:buNone/>
            </a:pPr>
            <a:r>
              <a:rPr lang="en-US" sz="1400" i="1" dirty="0">
                <a:solidFill>
                  <a:srgbClr val="595959"/>
                </a:solidFill>
              </a:rPr>
              <a:t>Shaded squares are the ones it happens to. Here, 3 in 100.</a:t>
            </a:r>
          </a:p>
          <a:p>
            <a:pPr algn="ctr">
              <a:buNone/>
            </a:pPr>
            <a:r>
              <a:rPr lang="en-US" sz="1400" i="1" dirty="0">
                <a:solidFill>
                  <a:srgbClr val="595959"/>
                </a:solidFill>
              </a:rPr>
              <a:t>Illustrative. Every idea in this course is a picture like this.</a:t>
            </a:r>
          </a:p>
        </p:txBody>
      </p:sp>
      <p:pic>
        <p:nvPicPr>
          <p:cNvPr id="120" name="Waffl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0240"/>
            <a:ext cx="3707000" cy="27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411480"/>
            <a:ext cx="1828800" cy="3712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“Lipitor reduces Your Risk of Heart Attack by 36%!”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841248" y="170078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number in the ad isn't the number that matters to you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737360" y="2212848"/>
            <a:ext cx="8686800" cy="1325880"/>
          </a:xfrm>
          <a:prstGeom prst="roundRect">
            <a:avLst>
              <a:gd name="adj" fmla="val 12414"/>
            </a:avLst>
          </a:prstGeom>
          <a:solidFill>
            <a:srgbClr val="C2683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194560" y="2286000"/>
            <a:ext cx="77724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“In patients with multiple risk factors for heart disease, Lipitor reduces the risk of heart attack by 36%.”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0800000">
            <a:off x="3931920" y="3465576"/>
            <a:ext cx="502920" cy="438912"/>
          </a:xfrm>
          <a:prstGeom prst="triangl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" y="406908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7EAE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36% of what?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relative cut, not 36 fewer per 100. It shrinks a small base, from 3.0% to 1.9% over about three years.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25696" y="406908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7EAE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00016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baseline is hidden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00016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never states the starting risk, nor that it applies to high-risk hypertensive patients.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82712" y="406908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7EAE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57032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fine print tells on it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57032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ad's own asterisk: 3% of placebo patients had a heart attack, versus 2% on Lipitor.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3600" y="5689600"/>
            <a:ext cx="1051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actual Lipitor advertisement (Pfizer, c. 2003); ASCOT-LLA (Sever et al., Lancet 2003) and Lipitor prescribing label, 36% relative risk reduction, 1.9% vs 3.0%, p = 0.0005.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41883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411480"/>
            <a:ext cx="1828800" cy="3712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Same 36%, Shown as 1,000 People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841248" y="170078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attacks per 1,000 similar patients over about three years, without Lipitor and with it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19933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Lipitor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75120" y="19933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Lipitor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526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69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812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2955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4098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5241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6384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7527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8670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9813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0956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2099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3242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4385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5528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6671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7814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8957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0100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1243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2386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33529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4672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5815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6958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8101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9244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0387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1530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26736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3816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4959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6102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7245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8388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49531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50674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1817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52960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41036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9526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0669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1812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2955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14098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15241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16384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17527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8670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9813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20956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22099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23242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24385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25528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26671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27814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28957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30100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31243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32386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33529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34672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35815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36958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38101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39244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40387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41530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42673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43816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44959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46102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7"/>
          <p:cNvSpPr/>
          <p:nvPr/>
        </p:nvSpPr>
        <p:spPr>
          <a:xfrm>
            <a:off x="47245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8"/>
          <p:cNvSpPr/>
          <p:nvPr/>
        </p:nvSpPr>
        <p:spPr>
          <a:xfrm>
            <a:off x="48388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49531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50674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1"/>
          <p:cNvSpPr/>
          <p:nvPr/>
        </p:nvSpPr>
        <p:spPr>
          <a:xfrm>
            <a:off x="51817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52960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3"/>
          <p:cNvSpPr/>
          <p:nvPr/>
        </p:nvSpPr>
        <p:spPr>
          <a:xfrm>
            <a:off x="541036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4"/>
          <p:cNvSpPr/>
          <p:nvPr/>
        </p:nvSpPr>
        <p:spPr>
          <a:xfrm>
            <a:off x="9526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10669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11812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7"/>
          <p:cNvSpPr/>
          <p:nvPr/>
        </p:nvSpPr>
        <p:spPr>
          <a:xfrm>
            <a:off x="12955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8"/>
          <p:cNvSpPr/>
          <p:nvPr/>
        </p:nvSpPr>
        <p:spPr>
          <a:xfrm>
            <a:off x="14098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89"/>
          <p:cNvSpPr/>
          <p:nvPr/>
        </p:nvSpPr>
        <p:spPr>
          <a:xfrm>
            <a:off x="15241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0"/>
          <p:cNvSpPr/>
          <p:nvPr/>
        </p:nvSpPr>
        <p:spPr>
          <a:xfrm>
            <a:off x="16384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17527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2"/>
          <p:cNvSpPr/>
          <p:nvPr/>
        </p:nvSpPr>
        <p:spPr>
          <a:xfrm>
            <a:off x="18670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19813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4"/>
          <p:cNvSpPr/>
          <p:nvPr/>
        </p:nvSpPr>
        <p:spPr>
          <a:xfrm>
            <a:off x="20956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5"/>
          <p:cNvSpPr/>
          <p:nvPr/>
        </p:nvSpPr>
        <p:spPr>
          <a:xfrm>
            <a:off x="22099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Shape 96"/>
          <p:cNvSpPr/>
          <p:nvPr/>
        </p:nvSpPr>
        <p:spPr>
          <a:xfrm>
            <a:off x="23242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24385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98"/>
          <p:cNvSpPr/>
          <p:nvPr/>
        </p:nvSpPr>
        <p:spPr>
          <a:xfrm>
            <a:off x="25528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Shape 99"/>
          <p:cNvSpPr/>
          <p:nvPr/>
        </p:nvSpPr>
        <p:spPr>
          <a:xfrm>
            <a:off x="26671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100"/>
          <p:cNvSpPr/>
          <p:nvPr/>
        </p:nvSpPr>
        <p:spPr>
          <a:xfrm>
            <a:off x="27814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1"/>
          <p:cNvSpPr/>
          <p:nvPr/>
        </p:nvSpPr>
        <p:spPr>
          <a:xfrm>
            <a:off x="28957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30100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31243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32386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5"/>
          <p:cNvSpPr/>
          <p:nvPr/>
        </p:nvSpPr>
        <p:spPr>
          <a:xfrm>
            <a:off x="33529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Shape 106"/>
          <p:cNvSpPr/>
          <p:nvPr/>
        </p:nvSpPr>
        <p:spPr>
          <a:xfrm>
            <a:off x="34672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7"/>
          <p:cNvSpPr/>
          <p:nvPr/>
        </p:nvSpPr>
        <p:spPr>
          <a:xfrm>
            <a:off x="35815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Shape 108"/>
          <p:cNvSpPr/>
          <p:nvPr/>
        </p:nvSpPr>
        <p:spPr>
          <a:xfrm>
            <a:off x="36958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Shape 109"/>
          <p:cNvSpPr/>
          <p:nvPr/>
        </p:nvSpPr>
        <p:spPr>
          <a:xfrm>
            <a:off x="38101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39244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11"/>
          <p:cNvSpPr/>
          <p:nvPr/>
        </p:nvSpPr>
        <p:spPr>
          <a:xfrm>
            <a:off x="40387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Shape 112"/>
          <p:cNvSpPr/>
          <p:nvPr/>
        </p:nvSpPr>
        <p:spPr>
          <a:xfrm>
            <a:off x="41530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3"/>
          <p:cNvSpPr/>
          <p:nvPr/>
        </p:nvSpPr>
        <p:spPr>
          <a:xfrm>
            <a:off x="42673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4"/>
          <p:cNvSpPr/>
          <p:nvPr/>
        </p:nvSpPr>
        <p:spPr>
          <a:xfrm>
            <a:off x="43816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115"/>
          <p:cNvSpPr/>
          <p:nvPr/>
        </p:nvSpPr>
        <p:spPr>
          <a:xfrm>
            <a:off x="44959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hape 116"/>
          <p:cNvSpPr/>
          <p:nvPr/>
        </p:nvSpPr>
        <p:spPr>
          <a:xfrm>
            <a:off x="46102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Shape 117"/>
          <p:cNvSpPr/>
          <p:nvPr/>
        </p:nvSpPr>
        <p:spPr>
          <a:xfrm>
            <a:off x="47245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8"/>
          <p:cNvSpPr/>
          <p:nvPr/>
        </p:nvSpPr>
        <p:spPr>
          <a:xfrm>
            <a:off x="48388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19"/>
          <p:cNvSpPr/>
          <p:nvPr/>
        </p:nvSpPr>
        <p:spPr>
          <a:xfrm>
            <a:off x="49531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20"/>
          <p:cNvSpPr/>
          <p:nvPr/>
        </p:nvSpPr>
        <p:spPr>
          <a:xfrm>
            <a:off x="50674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Shape 121"/>
          <p:cNvSpPr/>
          <p:nvPr/>
        </p:nvSpPr>
        <p:spPr>
          <a:xfrm>
            <a:off x="51817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2"/>
          <p:cNvSpPr/>
          <p:nvPr/>
        </p:nvSpPr>
        <p:spPr>
          <a:xfrm>
            <a:off x="52960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Shape 123"/>
          <p:cNvSpPr/>
          <p:nvPr/>
        </p:nvSpPr>
        <p:spPr>
          <a:xfrm>
            <a:off x="541036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" name="Shape 124"/>
          <p:cNvSpPr/>
          <p:nvPr/>
        </p:nvSpPr>
        <p:spPr>
          <a:xfrm>
            <a:off x="9526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5"/>
          <p:cNvSpPr/>
          <p:nvPr/>
        </p:nvSpPr>
        <p:spPr>
          <a:xfrm>
            <a:off x="10669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Shape 126"/>
          <p:cNvSpPr/>
          <p:nvPr/>
        </p:nvSpPr>
        <p:spPr>
          <a:xfrm>
            <a:off x="11812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Shape 127"/>
          <p:cNvSpPr/>
          <p:nvPr/>
        </p:nvSpPr>
        <p:spPr>
          <a:xfrm>
            <a:off x="12955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Shape 128"/>
          <p:cNvSpPr/>
          <p:nvPr/>
        </p:nvSpPr>
        <p:spPr>
          <a:xfrm>
            <a:off x="14098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Shape 129"/>
          <p:cNvSpPr/>
          <p:nvPr/>
        </p:nvSpPr>
        <p:spPr>
          <a:xfrm>
            <a:off x="15241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Shape 130"/>
          <p:cNvSpPr/>
          <p:nvPr/>
        </p:nvSpPr>
        <p:spPr>
          <a:xfrm>
            <a:off x="16384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Shape 131"/>
          <p:cNvSpPr/>
          <p:nvPr/>
        </p:nvSpPr>
        <p:spPr>
          <a:xfrm>
            <a:off x="17527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Shape 132"/>
          <p:cNvSpPr/>
          <p:nvPr/>
        </p:nvSpPr>
        <p:spPr>
          <a:xfrm>
            <a:off x="18670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Shape 133"/>
          <p:cNvSpPr/>
          <p:nvPr/>
        </p:nvSpPr>
        <p:spPr>
          <a:xfrm>
            <a:off x="19813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Shape 134"/>
          <p:cNvSpPr/>
          <p:nvPr/>
        </p:nvSpPr>
        <p:spPr>
          <a:xfrm>
            <a:off x="20956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Shape 135"/>
          <p:cNvSpPr/>
          <p:nvPr/>
        </p:nvSpPr>
        <p:spPr>
          <a:xfrm>
            <a:off x="22099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Shape 136"/>
          <p:cNvSpPr/>
          <p:nvPr/>
        </p:nvSpPr>
        <p:spPr>
          <a:xfrm>
            <a:off x="23242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Shape 137"/>
          <p:cNvSpPr/>
          <p:nvPr/>
        </p:nvSpPr>
        <p:spPr>
          <a:xfrm>
            <a:off x="24385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Shape 138"/>
          <p:cNvSpPr/>
          <p:nvPr/>
        </p:nvSpPr>
        <p:spPr>
          <a:xfrm>
            <a:off x="25528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Shape 139"/>
          <p:cNvSpPr/>
          <p:nvPr/>
        </p:nvSpPr>
        <p:spPr>
          <a:xfrm>
            <a:off x="26671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Shape 140"/>
          <p:cNvSpPr/>
          <p:nvPr/>
        </p:nvSpPr>
        <p:spPr>
          <a:xfrm>
            <a:off x="27814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Shape 141"/>
          <p:cNvSpPr/>
          <p:nvPr/>
        </p:nvSpPr>
        <p:spPr>
          <a:xfrm>
            <a:off x="28957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Shape 142"/>
          <p:cNvSpPr/>
          <p:nvPr/>
        </p:nvSpPr>
        <p:spPr>
          <a:xfrm>
            <a:off x="30100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Shape 143"/>
          <p:cNvSpPr/>
          <p:nvPr/>
        </p:nvSpPr>
        <p:spPr>
          <a:xfrm>
            <a:off x="31243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Shape 144"/>
          <p:cNvSpPr/>
          <p:nvPr/>
        </p:nvSpPr>
        <p:spPr>
          <a:xfrm>
            <a:off x="32386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Shape 145"/>
          <p:cNvSpPr/>
          <p:nvPr/>
        </p:nvSpPr>
        <p:spPr>
          <a:xfrm>
            <a:off x="33529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Shape 146"/>
          <p:cNvSpPr/>
          <p:nvPr/>
        </p:nvSpPr>
        <p:spPr>
          <a:xfrm>
            <a:off x="34672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Shape 147"/>
          <p:cNvSpPr/>
          <p:nvPr/>
        </p:nvSpPr>
        <p:spPr>
          <a:xfrm>
            <a:off x="35815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Shape 148"/>
          <p:cNvSpPr/>
          <p:nvPr/>
        </p:nvSpPr>
        <p:spPr>
          <a:xfrm>
            <a:off x="36958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Shape 149"/>
          <p:cNvSpPr/>
          <p:nvPr/>
        </p:nvSpPr>
        <p:spPr>
          <a:xfrm>
            <a:off x="38101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Shape 150"/>
          <p:cNvSpPr/>
          <p:nvPr/>
        </p:nvSpPr>
        <p:spPr>
          <a:xfrm>
            <a:off x="39244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51"/>
          <p:cNvSpPr/>
          <p:nvPr/>
        </p:nvSpPr>
        <p:spPr>
          <a:xfrm>
            <a:off x="40387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Shape 152"/>
          <p:cNvSpPr/>
          <p:nvPr/>
        </p:nvSpPr>
        <p:spPr>
          <a:xfrm>
            <a:off x="41530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Shape 153"/>
          <p:cNvSpPr/>
          <p:nvPr/>
        </p:nvSpPr>
        <p:spPr>
          <a:xfrm>
            <a:off x="42673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Shape 154"/>
          <p:cNvSpPr/>
          <p:nvPr/>
        </p:nvSpPr>
        <p:spPr>
          <a:xfrm>
            <a:off x="43816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Shape 155"/>
          <p:cNvSpPr/>
          <p:nvPr/>
        </p:nvSpPr>
        <p:spPr>
          <a:xfrm>
            <a:off x="44959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Shape 156"/>
          <p:cNvSpPr/>
          <p:nvPr/>
        </p:nvSpPr>
        <p:spPr>
          <a:xfrm>
            <a:off x="46102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Shape 157"/>
          <p:cNvSpPr/>
          <p:nvPr/>
        </p:nvSpPr>
        <p:spPr>
          <a:xfrm>
            <a:off x="47245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Shape 158"/>
          <p:cNvSpPr/>
          <p:nvPr/>
        </p:nvSpPr>
        <p:spPr>
          <a:xfrm>
            <a:off x="48388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Shape 159"/>
          <p:cNvSpPr/>
          <p:nvPr/>
        </p:nvSpPr>
        <p:spPr>
          <a:xfrm>
            <a:off x="49531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" name="Shape 160"/>
          <p:cNvSpPr/>
          <p:nvPr/>
        </p:nvSpPr>
        <p:spPr>
          <a:xfrm>
            <a:off x="50674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Shape 161"/>
          <p:cNvSpPr/>
          <p:nvPr/>
        </p:nvSpPr>
        <p:spPr>
          <a:xfrm>
            <a:off x="51817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Shape 162"/>
          <p:cNvSpPr/>
          <p:nvPr/>
        </p:nvSpPr>
        <p:spPr>
          <a:xfrm>
            <a:off x="52960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" name="Shape 163"/>
          <p:cNvSpPr/>
          <p:nvPr/>
        </p:nvSpPr>
        <p:spPr>
          <a:xfrm>
            <a:off x="541036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" name="Shape 164"/>
          <p:cNvSpPr/>
          <p:nvPr/>
        </p:nvSpPr>
        <p:spPr>
          <a:xfrm>
            <a:off x="9526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Shape 165"/>
          <p:cNvSpPr/>
          <p:nvPr/>
        </p:nvSpPr>
        <p:spPr>
          <a:xfrm>
            <a:off x="10669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" name="Shape 166"/>
          <p:cNvSpPr/>
          <p:nvPr/>
        </p:nvSpPr>
        <p:spPr>
          <a:xfrm>
            <a:off x="11812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" name="Shape 167"/>
          <p:cNvSpPr/>
          <p:nvPr/>
        </p:nvSpPr>
        <p:spPr>
          <a:xfrm>
            <a:off x="12955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Shape 168"/>
          <p:cNvSpPr/>
          <p:nvPr/>
        </p:nvSpPr>
        <p:spPr>
          <a:xfrm>
            <a:off x="14098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" name="Shape 169"/>
          <p:cNvSpPr/>
          <p:nvPr/>
        </p:nvSpPr>
        <p:spPr>
          <a:xfrm>
            <a:off x="15241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Shape 170"/>
          <p:cNvSpPr/>
          <p:nvPr/>
        </p:nvSpPr>
        <p:spPr>
          <a:xfrm>
            <a:off x="16384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" name="Shape 171"/>
          <p:cNvSpPr/>
          <p:nvPr/>
        </p:nvSpPr>
        <p:spPr>
          <a:xfrm>
            <a:off x="17527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" name="Shape 172"/>
          <p:cNvSpPr/>
          <p:nvPr/>
        </p:nvSpPr>
        <p:spPr>
          <a:xfrm>
            <a:off x="18670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" name="Shape 173"/>
          <p:cNvSpPr/>
          <p:nvPr/>
        </p:nvSpPr>
        <p:spPr>
          <a:xfrm>
            <a:off x="19813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" name="Shape 174"/>
          <p:cNvSpPr/>
          <p:nvPr/>
        </p:nvSpPr>
        <p:spPr>
          <a:xfrm>
            <a:off x="20956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75"/>
          <p:cNvSpPr/>
          <p:nvPr/>
        </p:nvSpPr>
        <p:spPr>
          <a:xfrm>
            <a:off x="22099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Shape 176"/>
          <p:cNvSpPr/>
          <p:nvPr/>
        </p:nvSpPr>
        <p:spPr>
          <a:xfrm>
            <a:off x="23242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" name="Shape 177"/>
          <p:cNvSpPr/>
          <p:nvPr/>
        </p:nvSpPr>
        <p:spPr>
          <a:xfrm>
            <a:off x="24385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Shape 178"/>
          <p:cNvSpPr/>
          <p:nvPr/>
        </p:nvSpPr>
        <p:spPr>
          <a:xfrm>
            <a:off x="25528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" name="Shape 179"/>
          <p:cNvSpPr/>
          <p:nvPr/>
        </p:nvSpPr>
        <p:spPr>
          <a:xfrm>
            <a:off x="26671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" name="Shape 180"/>
          <p:cNvSpPr/>
          <p:nvPr/>
        </p:nvSpPr>
        <p:spPr>
          <a:xfrm>
            <a:off x="27814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Shape 181"/>
          <p:cNvSpPr/>
          <p:nvPr/>
        </p:nvSpPr>
        <p:spPr>
          <a:xfrm>
            <a:off x="28957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" name="Shape 182"/>
          <p:cNvSpPr/>
          <p:nvPr/>
        </p:nvSpPr>
        <p:spPr>
          <a:xfrm>
            <a:off x="30100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" name="Shape 183"/>
          <p:cNvSpPr/>
          <p:nvPr/>
        </p:nvSpPr>
        <p:spPr>
          <a:xfrm>
            <a:off x="31243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" name="Shape 184"/>
          <p:cNvSpPr/>
          <p:nvPr/>
        </p:nvSpPr>
        <p:spPr>
          <a:xfrm>
            <a:off x="32386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" name="Shape 185"/>
          <p:cNvSpPr/>
          <p:nvPr/>
        </p:nvSpPr>
        <p:spPr>
          <a:xfrm>
            <a:off x="33529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" name="Shape 186"/>
          <p:cNvSpPr/>
          <p:nvPr/>
        </p:nvSpPr>
        <p:spPr>
          <a:xfrm>
            <a:off x="34672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" name="Shape 187"/>
          <p:cNvSpPr/>
          <p:nvPr/>
        </p:nvSpPr>
        <p:spPr>
          <a:xfrm>
            <a:off x="35815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" name="Shape 188"/>
          <p:cNvSpPr/>
          <p:nvPr/>
        </p:nvSpPr>
        <p:spPr>
          <a:xfrm>
            <a:off x="36958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" name="Shape 189"/>
          <p:cNvSpPr/>
          <p:nvPr/>
        </p:nvSpPr>
        <p:spPr>
          <a:xfrm>
            <a:off x="38101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" name="Shape 190"/>
          <p:cNvSpPr/>
          <p:nvPr/>
        </p:nvSpPr>
        <p:spPr>
          <a:xfrm>
            <a:off x="39244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" name="Shape 191"/>
          <p:cNvSpPr/>
          <p:nvPr/>
        </p:nvSpPr>
        <p:spPr>
          <a:xfrm>
            <a:off x="40387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" name="Shape 192"/>
          <p:cNvSpPr/>
          <p:nvPr/>
        </p:nvSpPr>
        <p:spPr>
          <a:xfrm>
            <a:off x="41530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Shape 193"/>
          <p:cNvSpPr/>
          <p:nvPr/>
        </p:nvSpPr>
        <p:spPr>
          <a:xfrm>
            <a:off x="42673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" name="Shape 194"/>
          <p:cNvSpPr/>
          <p:nvPr/>
        </p:nvSpPr>
        <p:spPr>
          <a:xfrm>
            <a:off x="43816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" name="Shape 195"/>
          <p:cNvSpPr/>
          <p:nvPr/>
        </p:nvSpPr>
        <p:spPr>
          <a:xfrm>
            <a:off x="44959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" name="Shape 196"/>
          <p:cNvSpPr/>
          <p:nvPr/>
        </p:nvSpPr>
        <p:spPr>
          <a:xfrm>
            <a:off x="46102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" name="Shape 197"/>
          <p:cNvSpPr/>
          <p:nvPr/>
        </p:nvSpPr>
        <p:spPr>
          <a:xfrm>
            <a:off x="47245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1" name="Shape 198"/>
          <p:cNvSpPr/>
          <p:nvPr/>
        </p:nvSpPr>
        <p:spPr>
          <a:xfrm>
            <a:off x="48388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Shape 199"/>
          <p:cNvSpPr/>
          <p:nvPr/>
        </p:nvSpPr>
        <p:spPr>
          <a:xfrm>
            <a:off x="49531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3" name="Shape 200"/>
          <p:cNvSpPr/>
          <p:nvPr/>
        </p:nvSpPr>
        <p:spPr>
          <a:xfrm>
            <a:off x="50674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4" name="Shape 201"/>
          <p:cNvSpPr/>
          <p:nvPr/>
        </p:nvSpPr>
        <p:spPr>
          <a:xfrm>
            <a:off x="51817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Shape 202"/>
          <p:cNvSpPr/>
          <p:nvPr/>
        </p:nvSpPr>
        <p:spPr>
          <a:xfrm>
            <a:off x="52960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" name="Shape 203"/>
          <p:cNvSpPr/>
          <p:nvPr/>
        </p:nvSpPr>
        <p:spPr>
          <a:xfrm>
            <a:off x="541036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Shape 204"/>
          <p:cNvSpPr/>
          <p:nvPr/>
        </p:nvSpPr>
        <p:spPr>
          <a:xfrm>
            <a:off x="9526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8" name="Shape 205"/>
          <p:cNvSpPr/>
          <p:nvPr/>
        </p:nvSpPr>
        <p:spPr>
          <a:xfrm>
            <a:off x="10669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9" name="Shape 206"/>
          <p:cNvSpPr/>
          <p:nvPr/>
        </p:nvSpPr>
        <p:spPr>
          <a:xfrm>
            <a:off x="11812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0" name="Shape 207"/>
          <p:cNvSpPr/>
          <p:nvPr/>
        </p:nvSpPr>
        <p:spPr>
          <a:xfrm>
            <a:off x="12955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1" name="Shape 208"/>
          <p:cNvSpPr/>
          <p:nvPr/>
        </p:nvSpPr>
        <p:spPr>
          <a:xfrm>
            <a:off x="14098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2" name="Shape 209"/>
          <p:cNvSpPr/>
          <p:nvPr/>
        </p:nvSpPr>
        <p:spPr>
          <a:xfrm>
            <a:off x="15241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Shape 210"/>
          <p:cNvSpPr/>
          <p:nvPr/>
        </p:nvSpPr>
        <p:spPr>
          <a:xfrm>
            <a:off x="16384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4" name="Shape 211"/>
          <p:cNvSpPr/>
          <p:nvPr/>
        </p:nvSpPr>
        <p:spPr>
          <a:xfrm>
            <a:off x="17527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Shape 212"/>
          <p:cNvSpPr/>
          <p:nvPr/>
        </p:nvSpPr>
        <p:spPr>
          <a:xfrm>
            <a:off x="18670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Shape 213"/>
          <p:cNvSpPr/>
          <p:nvPr/>
        </p:nvSpPr>
        <p:spPr>
          <a:xfrm>
            <a:off x="19813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Shape 214"/>
          <p:cNvSpPr/>
          <p:nvPr/>
        </p:nvSpPr>
        <p:spPr>
          <a:xfrm>
            <a:off x="20956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8" name="Shape 215"/>
          <p:cNvSpPr/>
          <p:nvPr/>
        </p:nvSpPr>
        <p:spPr>
          <a:xfrm>
            <a:off x="22099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Shape 216"/>
          <p:cNvSpPr/>
          <p:nvPr/>
        </p:nvSpPr>
        <p:spPr>
          <a:xfrm>
            <a:off x="23242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0" name="Shape 217"/>
          <p:cNvSpPr/>
          <p:nvPr/>
        </p:nvSpPr>
        <p:spPr>
          <a:xfrm>
            <a:off x="24385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1" name="Shape 218"/>
          <p:cNvSpPr/>
          <p:nvPr/>
        </p:nvSpPr>
        <p:spPr>
          <a:xfrm>
            <a:off x="25528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2" name="Shape 219"/>
          <p:cNvSpPr/>
          <p:nvPr/>
        </p:nvSpPr>
        <p:spPr>
          <a:xfrm>
            <a:off x="26671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3" name="Shape 220"/>
          <p:cNvSpPr/>
          <p:nvPr/>
        </p:nvSpPr>
        <p:spPr>
          <a:xfrm>
            <a:off x="27814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4" name="Shape 221"/>
          <p:cNvSpPr/>
          <p:nvPr/>
        </p:nvSpPr>
        <p:spPr>
          <a:xfrm>
            <a:off x="28957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5" name="Shape 222"/>
          <p:cNvSpPr/>
          <p:nvPr/>
        </p:nvSpPr>
        <p:spPr>
          <a:xfrm>
            <a:off x="30100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6" name="Shape 223"/>
          <p:cNvSpPr/>
          <p:nvPr/>
        </p:nvSpPr>
        <p:spPr>
          <a:xfrm>
            <a:off x="31243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7" name="Shape 224"/>
          <p:cNvSpPr/>
          <p:nvPr/>
        </p:nvSpPr>
        <p:spPr>
          <a:xfrm>
            <a:off x="32386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8" name="Shape 225"/>
          <p:cNvSpPr/>
          <p:nvPr/>
        </p:nvSpPr>
        <p:spPr>
          <a:xfrm>
            <a:off x="33529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9" name="Shape 226"/>
          <p:cNvSpPr/>
          <p:nvPr/>
        </p:nvSpPr>
        <p:spPr>
          <a:xfrm>
            <a:off x="34672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0" name="Shape 227"/>
          <p:cNvSpPr/>
          <p:nvPr/>
        </p:nvSpPr>
        <p:spPr>
          <a:xfrm>
            <a:off x="35815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1" name="Shape 228"/>
          <p:cNvSpPr/>
          <p:nvPr/>
        </p:nvSpPr>
        <p:spPr>
          <a:xfrm>
            <a:off x="36958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2" name="Shape 229"/>
          <p:cNvSpPr/>
          <p:nvPr/>
        </p:nvSpPr>
        <p:spPr>
          <a:xfrm>
            <a:off x="38101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3" name="Shape 230"/>
          <p:cNvSpPr/>
          <p:nvPr/>
        </p:nvSpPr>
        <p:spPr>
          <a:xfrm>
            <a:off x="39244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4" name="Shape 231"/>
          <p:cNvSpPr/>
          <p:nvPr/>
        </p:nvSpPr>
        <p:spPr>
          <a:xfrm>
            <a:off x="40387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5" name="Shape 232"/>
          <p:cNvSpPr/>
          <p:nvPr/>
        </p:nvSpPr>
        <p:spPr>
          <a:xfrm>
            <a:off x="41530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6" name="Shape 233"/>
          <p:cNvSpPr/>
          <p:nvPr/>
        </p:nvSpPr>
        <p:spPr>
          <a:xfrm>
            <a:off x="42673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Shape 234"/>
          <p:cNvSpPr/>
          <p:nvPr/>
        </p:nvSpPr>
        <p:spPr>
          <a:xfrm>
            <a:off x="43816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8" name="Shape 235"/>
          <p:cNvSpPr/>
          <p:nvPr/>
        </p:nvSpPr>
        <p:spPr>
          <a:xfrm>
            <a:off x="44959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9" name="Shape 236"/>
          <p:cNvSpPr/>
          <p:nvPr/>
        </p:nvSpPr>
        <p:spPr>
          <a:xfrm>
            <a:off x="46102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0" name="Shape 237"/>
          <p:cNvSpPr/>
          <p:nvPr/>
        </p:nvSpPr>
        <p:spPr>
          <a:xfrm>
            <a:off x="47245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1" name="Shape 238"/>
          <p:cNvSpPr/>
          <p:nvPr/>
        </p:nvSpPr>
        <p:spPr>
          <a:xfrm>
            <a:off x="48388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2" name="Shape 239"/>
          <p:cNvSpPr/>
          <p:nvPr/>
        </p:nvSpPr>
        <p:spPr>
          <a:xfrm>
            <a:off x="49531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3" name="Shape 240"/>
          <p:cNvSpPr/>
          <p:nvPr/>
        </p:nvSpPr>
        <p:spPr>
          <a:xfrm>
            <a:off x="50674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4" name="Shape 241"/>
          <p:cNvSpPr/>
          <p:nvPr/>
        </p:nvSpPr>
        <p:spPr>
          <a:xfrm>
            <a:off x="51817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5" name="Shape 242"/>
          <p:cNvSpPr/>
          <p:nvPr/>
        </p:nvSpPr>
        <p:spPr>
          <a:xfrm>
            <a:off x="52960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6" name="Shape 243"/>
          <p:cNvSpPr/>
          <p:nvPr/>
        </p:nvSpPr>
        <p:spPr>
          <a:xfrm>
            <a:off x="541036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Shape 244"/>
          <p:cNvSpPr/>
          <p:nvPr/>
        </p:nvSpPr>
        <p:spPr>
          <a:xfrm>
            <a:off x="9526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Shape 245"/>
          <p:cNvSpPr/>
          <p:nvPr/>
        </p:nvSpPr>
        <p:spPr>
          <a:xfrm>
            <a:off x="10669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Shape 246"/>
          <p:cNvSpPr/>
          <p:nvPr/>
        </p:nvSpPr>
        <p:spPr>
          <a:xfrm>
            <a:off x="11812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0" name="Shape 247"/>
          <p:cNvSpPr/>
          <p:nvPr/>
        </p:nvSpPr>
        <p:spPr>
          <a:xfrm>
            <a:off x="12955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1" name="Shape 248"/>
          <p:cNvSpPr/>
          <p:nvPr/>
        </p:nvSpPr>
        <p:spPr>
          <a:xfrm>
            <a:off x="14098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2" name="Shape 249"/>
          <p:cNvSpPr/>
          <p:nvPr/>
        </p:nvSpPr>
        <p:spPr>
          <a:xfrm>
            <a:off x="15241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3" name="Shape 250"/>
          <p:cNvSpPr/>
          <p:nvPr/>
        </p:nvSpPr>
        <p:spPr>
          <a:xfrm>
            <a:off x="16384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4" name="Shape 251"/>
          <p:cNvSpPr/>
          <p:nvPr/>
        </p:nvSpPr>
        <p:spPr>
          <a:xfrm>
            <a:off x="17527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5" name="Shape 252"/>
          <p:cNvSpPr/>
          <p:nvPr/>
        </p:nvSpPr>
        <p:spPr>
          <a:xfrm>
            <a:off x="18670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6" name="Shape 253"/>
          <p:cNvSpPr/>
          <p:nvPr/>
        </p:nvSpPr>
        <p:spPr>
          <a:xfrm>
            <a:off x="19813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7" name="Shape 254"/>
          <p:cNvSpPr/>
          <p:nvPr/>
        </p:nvSpPr>
        <p:spPr>
          <a:xfrm>
            <a:off x="20956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8" name="Shape 255"/>
          <p:cNvSpPr/>
          <p:nvPr/>
        </p:nvSpPr>
        <p:spPr>
          <a:xfrm>
            <a:off x="22099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9" name="Shape 256"/>
          <p:cNvSpPr/>
          <p:nvPr/>
        </p:nvSpPr>
        <p:spPr>
          <a:xfrm>
            <a:off x="23242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0" name="Shape 257"/>
          <p:cNvSpPr/>
          <p:nvPr/>
        </p:nvSpPr>
        <p:spPr>
          <a:xfrm>
            <a:off x="24385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1" name="Shape 258"/>
          <p:cNvSpPr/>
          <p:nvPr/>
        </p:nvSpPr>
        <p:spPr>
          <a:xfrm>
            <a:off x="25528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2" name="Shape 259"/>
          <p:cNvSpPr/>
          <p:nvPr/>
        </p:nvSpPr>
        <p:spPr>
          <a:xfrm>
            <a:off x="26671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3" name="Shape 260"/>
          <p:cNvSpPr/>
          <p:nvPr/>
        </p:nvSpPr>
        <p:spPr>
          <a:xfrm>
            <a:off x="27814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4" name="Shape 261"/>
          <p:cNvSpPr/>
          <p:nvPr/>
        </p:nvSpPr>
        <p:spPr>
          <a:xfrm>
            <a:off x="28957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5" name="Shape 262"/>
          <p:cNvSpPr/>
          <p:nvPr/>
        </p:nvSpPr>
        <p:spPr>
          <a:xfrm>
            <a:off x="30100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6" name="Shape 263"/>
          <p:cNvSpPr/>
          <p:nvPr/>
        </p:nvSpPr>
        <p:spPr>
          <a:xfrm>
            <a:off x="31243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7" name="Shape 264"/>
          <p:cNvSpPr/>
          <p:nvPr/>
        </p:nvSpPr>
        <p:spPr>
          <a:xfrm>
            <a:off x="32386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Shape 265"/>
          <p:cNvSpPr/>
          <p:nvPr/>
        </p:nvSpPr>
        <p:spPr>
          <a:xfrm>
            <a:off x="33529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9" name="Shape 266"/>
          <p:cNvSpPr/>
          <p:nvPr/>
        </p:nvSpPr>
        <p:spPr>
          <a:xfrm>
            <a:off x="34672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0" name="Shape 267"/>
          <p:cNvSpPr/>
          <p:nvPr/>
        </p:nvSpPr>
        <p:spPr>
          <a:xfrm>
            <a:off x="35815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1" name="Shape 268"/>
          <p:cNvSpPr/>
          <p:nvPr/>
        </p:nvSpPr>
        <p:spPr>
          <a:xfrm>
            <a:off x="36958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2" name="Shape 269"/>
          <p:cNvSpPr/>
          <p:nvPr/>
        </p:nvSpPr>
        <p:spPr>
          <a:xfrm>
            <a:off x="38101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3" name="Shape 270"/>
          <p:cNvSpPr/>
          <p:nvPr/>
        </p:nvSpPr>
        <p:spPr>
          <a:xfrm>
            <a:off x="39244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4" name="Shape 271"/>
          <p:cNvSpPr/>
          <p:nvPr/>
        </p:nvSpPr>
        <p:spPr>
          <a:xfrm>
            <a:off x="40387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5" name="Shape 272"/>
          <p:cNvSpPr/>
          <p:nvPr/>
        </p:nvSpPr>
        <p:spPr>
          <a:xfrm>
            <a:off x="41530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6" name="Shape 273"/>
          <p:cNvSpPr/>
          <p:nvPr/>
        </p:nvSpPr>
        <p:spPr>
          <a:xfrm>
            <a:off x="42673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7" name="Shape 274"/>
          <p:cNvSpPr/>
          <p:nvPr/>
        </p:nvSpPr>
        <p:spPr>
          <a:xfrm>
            <a:off x="43816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8" name="Shape 275"/>
          <p:cNvSpPr/>
          <p:nvPr/>
        </p:nvSpPr>
        <p:spPr>
          <a:xfrm>
            <a:off x="44959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9" name="Shape 276"/>
          <p:cNvSpPr/>
          <p:nvPr/>
        </p:nvSpPr>
        <p:spPr>
          <a:xfrm>
            <a:off x="46102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0" name="Shape 277"/>
          <p:cNvSpPr/>
          <p:nvPr/>
        </p:nvSpPr>
        <p:spPr>
          <a:xfrm>
            <a:off x="47245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1" name="Shape 278"/>
          <p:cNvSpPr/>
          <p:nvPr/>
        </p:nvSpPr>
        <p:spPr>
          <a:xfrm>
            <a:off x="48388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2" name="Shape 279"/>
          <p:cNvSpPr/>
          <p:nvPr/>
        </p:nvSpPr>
        <p:spPr>
          <a:xfrm>
            <a:off x="49531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3" name="Shape 280"/>
          <p:cNvSpPr/>
          <p:nvPr/>
        </p:nvSpPr>
        <p:spPr>
          <a:xfrm>
            <a:off x="50674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4" name="Shape 281"/>
          <p:cNvSpPr/>
          <p:nvPr/>
        </p:nvSpPr>
        <p:spPr>
          <a:xfrm>
            <a:off x="51817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5" name="Shape 282"/>
          <p:cNvSpPr/>
          <p:nvPr/>
        </p:nvSpPr>
        <p:spPr>
          <a:xfrm>
            <a:off x="52960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6" name="Shape 283"/>
          <p:cNvSpPr/>
          <p:nvPr/>
        </p:nvSpPr>
        <p:spPr>
          <a:xfrm>
            <a:off x="541036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7" name="Shape 284"/>
          <p:cNvSpPr/>
          <p:nvPr/>
        </p:nvSpPr>
        <p:spPr>
          <a:xfrm>
            <a:off x="9526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8" name="Shape 285"/>
          <p:cNvSpPr/>
          <p:nvPr/>
        </p:nvSpPr>
        <p:spPr>
          <a:xfrm>
            <a:off x="10669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9" name="Shape 286"/>
          <p:cNvSpPr/>
          <p:nvPr/>
        </p:nvSpPr>
        <p:spPr>
          <a:xfrm>
            <a:off x="11812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0" name="Shape 287"/>
          <p:cNvSpPr/>
          <p:nvPr/>
        </p:nvSpPr>
        <p:spPr>
          <a:xfrm>
            <a:off x="12955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1" name="Shape 288"/>
          <p:cNvSpPr/>
          <p:nvPr/>
        </p:nvSpPr>
        <p:spPr>
          <a:xfrm>
            <a:off x="14098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2" name="Shape 289"/>
          <p:cNvSpPr/>
          <p:nvPr/>
        </p:nvSpPr>
        <p:spPr>
          <a:xfrm>
            <a:off x="15241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3" name="Shape 290"/>
          <p:cNvSpPr/>
          <p:nvPr/>
        </p:nvSpPr>
        <p:spPr>
          <a:xfrm>
            <a:off x="16384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4" name="Shape 291"/>
          <p:cNvSpPr/>
          <p:nvPr/>
        </p:nvSpPr>
        <p:spPr>
          <a:xfrm>
            <a:off x="17527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5" name="Shape 292"/>
          <p:cNvSpPr/>
          <p:nvPr/>
        </p:nvSpPr>
        <p:spPr>
          <a:xfrm>
            <a:off x="18670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6" name="Shape 293"/>
          <p:cNvSpPr/>
          <p:nvPr/>
        </p:nvSpPr>
        <p:spPr>
          <a:xfrm>
            <a:off x="19813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7" name="Shape 294"/>
          <p:cNvSpPr/>
          <p:nvPr/>
        </p:nvSpPr>
        <p:spPr>
          <a:xfrm>
            <a:off x="20956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8" name="Shape 295"/>
          <p:cNvSpPr/>
          <p:nvPr/>
        </p:nvSpPr>
        <p:spPr>
          <a:xfrm>
            <a:off x="22099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9" name="Shape 296"/>
          <p:cNvSpPr/>
          <p:nvPr/>
        </p:nvSpPr>
        <p:spPr>
          <a:xfrm>
            <a:off x="23242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Shape 297"/>
          <p:cNvSpPr/>
          <p:nvPr/>
        </p:nvSpPr>
        <p:spPr>
          <a:xfrm>
            <a:off x="24385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1" name="Shape 298"/>
          <p:cNvSpPr/>
          <p:nvPr/>
        </p:nvSpPr>
        <p:spPr>
          <a:xfrm>
            <a:off x="25528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2" name="Shape 299"/>
          <p:cNvSpPr/>
          <p:nvPr/>
        </p:nvSpPr>
        <p:spPr>
          <a:xfrm>
            <a:off x="26671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3" name="Shape 300"/>
          <p:cNvSpPr/>
          <p:nvPr/>
        </p:nvSpPr>
        <p:spPr>
          <a:xfrm>
            <a:off x="27814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4" name="Shape 301"/>
          <p:cNvSpPr/>
          <p:nvPr/>
        </p:nvSpPr>
        <p:spPr>
          <a:xfrm>
            <a:off x="28957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5" name="Shape 302"/>
          <p:cNvSpPr/>
          <p:nvPr/>
        </p:nvSpPr>
        <p:spPr>
          <a:xfrm>
            <a:off x="30100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6" name="Shape 303"/>
          <p:cNvSpPr/>
          <p:nvPr/>
        </p:nvSpPr>
        <p:spPr>
          <a:xfrm>
            <a:off x="31243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7" name="Shape 304"/>
          <p:cNvSpPr/>
          <p:nvPr/>
        </p:nvSpPr>
        <p:spPr>
          <a:xfrm>
            <a:off x="32386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8" name="Shape 305"/>
          <p:cNvSpPr/>
          <p:nvPr/>
        </p:nvSpPr>
        <p:spPr>
          <a:xfrm>
            <a:off x="33529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9" name="Shape 306"/>
          <p:cNvSpPr/>
          <p:nvPr/>
        </p:nvSpPr>
        <p:spPr>
          <a:xfrm>
            <a:off x="34672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0" name="Shape 307"/>
          <p:cNvSpPr/>
          <p:nvPr/>
        </p:nvSpPr>
        <p:spPr>
          <a:xfrm>
            <a:off x="35815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1" name="Shape 308"/>
          <p:cNvSpPr/>
          <p:nvPr/>
        </p:nvSpPr>
        <p:spPr>
          <a:xfrm>
            <a:off x="36958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2" name="Shape 309"/>
          <p:cNvSpPr/>
          <p:nvPr/>
        </p:nvSpPr>
        <p:spPr>
          <a:xfrm>
            <a:off x="38101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3" name="Shape 310"/>
          <p:cNvSpPr/>
          <p:nvPr/>
        </p:nvSpPr>
        <p:spPr>
          <a:xfrm>
            <a:off x="39244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4" name="Shape 311"/>
          <p:cNvSpPr/>
          <p:nvPr/>
        </p:nvSpPr>
        <p:spPr>
          <a:xfrm>
            <a:off x="40387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5" name="Shape 312"/>
          <p:cNvSpPr/>
          <p:nvPr/>
        </p:nvSpPr>
        <p:spPr>
          <a:xfrm>
            <a:off x="41530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6" name="Shape 313"/>
          <p:cNvSpPr/>
          <p:nvPr/>
        </p:nvSpPr>
        <p:spPr>
          <a:xfrm>
            <a:off x="42673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7" name="Shape 314"/>
          <p:cNvSpPr/>
          <p:nvPr/>
        </p:nvSpPr>
        <p:spPr>
          <a:xfrm>
            <a:off x="43816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8" name="Shape 315"/>
          <p:cNvSpPr/>
          <p:nvPr/>
        </p:nvSpPr>
        <p:spPr>
          <a:xfrm>
            <a:off x="44959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9" name="Shape 316"/>
          <p:cNvSpPr/>
          <p:nvPr/>
        </p:nvSpPr>
        <p:spPr>
          <a:xfrm>
            <a:off x="46102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0" name="Shape 317"/>
          <p:cNvSpPr/>
          <p:nvPr/>
        </p:nvSpPr>
        <p:spPr>
          <a:xfrm>
            <a:off x="47245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1" name="Shape 318"/>
          <p:cNvSpPr/>
          <p:nvPr/>
        </p:nvSpPr>
        <p:spPr>
          <a:xfrm>
            <a:off x="48388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2" name="Shape 319"/>
          <p:cNvSpPr/>
          <p:nvPr/>
        </p:nvSpPr>
        <p:spPr>
          <a:xfrm>
            <a:off x="49531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3" name="Shape 320"/>
          <p:cNvSpPr/>
          <p:nvPr/>
        </p:nvSpPr>
        <p:spPr>
          <a:xfrm>
            <a:off x="50674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4" name="Shape 321"/>
          <p:cNvSpPr/>
          <p:nvPr/>
        </p:nvSpPr>
        <p:spPr>
          <a:xfrm>
            <a:off x="51817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5" name="Shape 322"/>
          <p:cNvSpPr/>
          <p:nvPr/>
        </p:nvSpPr>
        <p:spPr>
          <a:xfrm>
            <a:off x="52960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6" name="Shape 323"/>
          <p:cNvSpPr/>
          <p:nvPr/>
        </p:nvSpPr>
        <p:spPr>
          <a:xfrm>
            <a:off x="541036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7" name="Shape 324"/>
          <p:cNvSpPr/>
          <p:nvPr/>
        </p:nvSpPr>
        <p:spPr>
          <a:xfrm>
            <a:off x="9526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8" name="Shape 325"/>
          <p:cNvSpPr/>
          <p:nvPr/>
        </p:nvSpPr>
        <p:spPr>
          <a:xfrm>
            <a:off x="10669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9" name="Shape 326"/>
          <p:cNvSpPr/>
          <p:nvPr/>
        </p:nvSpPr>
        <p:spPr>
          <a:xfrm>
            <a:off x="11812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0" name="Shape 327"/>
          <p:cNvSpPr/>
          <p:nvPr/>
        </p:nvSpPr>
        <p:spPr>
          <a:xfrm>
            <a:off x="12955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1" name="Shape 328"/>
          <p:cNvSpPr/>
          <p:nvPr/>
        </p:nvSpPr>
        <p:spPr>
          <a:xfrm>
            <a:off x="14098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2" name="Shape 329"/>
          <p:cNvSpPr/>
          <p:nvPr/>
        </p:nvSpPr>
        <p:spPr>
          <a:xfrm>
            <a:off x="15241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3" name="Shape 330"/>
          <p:cNvSpPr/>
          <p:nvPr/>
        </p:nvSpPr>
        <p:spPr>
          <a:xfrm>
            <a:off x="16384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4" name="Shape 331"/>
          <p:cNvSpPr/>
          <p:nvPr/>
        </p:nvSpPr>
        <p:spPr>
          <a:xfrm>
            <a:off x="17527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5" name="Shape 332"/>
          <p:cNvSpPr/>
          <p:nvPr/>
        </p:nvSpPr>
        <p:spPr>
          <a:xfrm>
            <a:off x="18670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6" name="Shape 333"/>
          <p:cNvSpPr/>
          <p:nvPr/>
        </p:nvSpPr>
        <p:spPr>
          <a:xfrm>
            <a:off x="19813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7" name="Shape 334"/>
          <p:cNvSpPr/>
          <p:nvPr/>
        </p:nvSpPr>
        <p:spPr>
          <a:xfrm>
            <a:off x="20956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8" name="Shape 335"/>
          <p:cNvSpPr/>
          <p:nvPr/>
        </p:nvSpPr>
        <p:spPr>
          <a:xfrm>
            <a:off x="22099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9" name="Shape 336"/>
          <p:cNvSpPr/>
          <p:nvPr/>
        </p:nvSpPr>
        <p:spPr>
          <a:xfrm>
            <a:off x="23242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0" name="Shape 337"/>
          <p:cNvSpPr/>
          <p:nvPr/>
        </p:nvSpPr>
        <p:spPr>
          <a:xfrm>
            <a:off x="24385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1" name="Shape 338"/>
          <p:cNvSpPr/>
          <p:nvPr/>
        </p:nvSpPr>
        <p:spPr>
          <a:xfrm>
            <a:off x="25528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2" name="Shape 339"/>
          <p:cNvSpPr/>
          <p:nvPr/>
        </p:nvSpPr>
        <p:spPr>
          <a:xfrm>
            <a:off x="26671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Shape 340"/>
          <p:cNvSpPr/>
          <p:nvPr/>
        </p:nvSpPr>
        <p:spPr>
          <a:xfrm>
            <a:off x="27814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4" name="Shape 341"/>
          <p:cNvSpPr/>
          <p:nvPr/>
        </p:nvSpPr>
        <p:spPr>
          <a:xfrm>
            <a:off x="28957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5" name="Shape 342"/>
          <p:cNvSpPr/>
          <p:nvPr/>
        </p:nvSpPr>
        <p:spPr>
          <a:xfrm>
            <a:off x="30100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6" name="Shape 343"/>
          <p:cNvSpPr/>
          <p:nvPr/>
        </p:nvSpPr>
        <p:spPr>
          <a:xfrm>
            <a:off x="31243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7" name="Shape 344"/>
          <p:cNvSpPr/>
          <p:nvPr/>
        </p:nvSpPr>
        <p:spPr>
          <a:xfrm>
            <a:off x="32386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8" name="Shape 345"/>
          <p:cNvSpPr/>
          <p:nvPr/>
        </p:nvSpPr>
        <p:spPr>
          <a:xfrm>
            <a:off x="33529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9" name="Shape 346"/>
          <p:cNvSpPr/>
          <p:nvPr/>
        </p:nvSpPr>
        <p:spPr>
          <a:xfrm>
            <a:off x="34672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0" name="Shape 347"/>
          <p:cNvSpPr/>
          <p:nvPr/>
        </p:nvSpPr>
        <p:spPr>
          <a:xfrm>
            <a:off x="35815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1" name="Shape 348"/>
          <p:cNvSpPr/>
          <p:nvPr/>
        </p:nvSpPr>
        <p:spPr>
          <a:xfrm>
            <a:off x="36958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2" name="Shape 349"/>
          <p:cNvSpPr/>
          <p:nvPr/>
        </p:nvSpPr>
        <p:spPr>
          <a:xfrm>
            <a:off x="38101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3" name="Shape 350"/>
          <p:cNvSpPr/>
          <p:nvPr/>
        </p:nvSpPr>
        <p:spPr>
          <a:xfrm>
            <a:off x="39244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4" name="Shape 351"/>
          <p:cNvSpPr/>
          <p:nvPr/>
        </p:nvSpPr>
        <p:spPr>
          <a:xfrm>
            <a:off x="40387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5" name="Shape 352"/>
          <p:cNvSpPr/>
          <p:nvPr/>
        </p:nvSpPr>
        <p:spPr>
          <a:xfrm>
            <a:off x="41530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6" name="Shape 353"/>
          <p:cNvSpPr/>
          <p:nvPr/>
        </p:nvSpPr>
        <p:spPr>
          <a:xfrm>
            <a:off x="42673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7" name="Shape 354"/>
          <p:cNvSpPr/>
          <p:nvPr/>
        </p:nvSpPr>
        <p:spPr>
          <a:xfrm>
            <a:off x="43816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8" name="Shape 355"/>
          <p:cNvSpPr/>
          <p:nvPr/>
        </p:nvSpPr>
        <p:spPr>
          <a:xfrm>
            <a:off x="44959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9" name="Shape 356"/>
          <p:cNvSpPr/>
          <p:nvPr/>
        </p:nvSpPr>
        <p:spPr>
          <a:xfrm>
            <a:off x="46102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0" name="Shape 357"/>
          <p:cNvSpPr/>
          <p:nvPr/>
        </p:nvSpPr>
        <p:spPr>
          <a:xfrm>
            <a:off x="47245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1" name="Shape 358"/>
          <p:cNvSpPr/>
          <p:nvPr/>
        </p:nvSpPr>
        <p:spPr>
          <a:xfrm>
            <a:off x="48388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2" name="Shape 359"/>
          <p:cNvSpPr/>
          <p:nvPr/>
        </p:nvSpPr>
        <p:spPr>
          <a:xfrm>
            <a:off x="49531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3" name="Shape 360"/>
          <p:cNvSpPr/>
          <p:nvPr/>
        </p:nvSpPr>
        <p:spPr>
          <a:xfrm>
            <a:off x="50674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4" name="Shape 361"/>
          <p:cNvSpPr/>
          <p:nvPr/>
        </p:nvSpPr>
        <p:spPr>
          <a:xfrm>
            <a:off x="51817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5" name="Shape 362"/>
          <p:cNvSpPr/>
          <p:nvPr/>
        </p:nvSpPr>
        <p:spPr>
          <a:xfrm>
            <a:off x="52960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6" name="Shape 363"/>
          <p:cNvSpPr/>
          <p:nvPr/>
        </p:nvSpPr>
        <p:spPr>
          <a:xfrm>
            <a:off x="541036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7" name="Shape 364"/>
          <p:cNvSpPr/>
          <p:nvPr/>
        </p:nvSpPr>
        <p:spPr>
          <a:xfrm>
            <a:off x="9526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8" name="Shape 365"/>
          <p:cNvSpPr/>
          <p:nvPr/>
        </p:nvSpPr>
        <p:spPr>
          <a:xfrm>
            <a:off x="10669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9" name="Shape 366"/>
          <p:cNvSpPr/>
          <p:nvPr/>
        </p:nvSpPr>
        <p:spPr>
          <a:xfrm>
            <a:off x="11812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0" name="Shape 367"/>
          <p:cNvSpPr/>
          <p:nvPr/>
        </p:nvSpPr>
        <p:spPr>
          <a:xfrm>
            <a:off x="12955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1" name="Shape 368"/>
          <p:cNvSpPr/>
          <p:nvPr/>
        </p:nvSpPr>
        <p:spPr>
          <a:xfrm>
            <a:off x="14098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2" name="Shape 369"/>
          <p:cNvSpPr/>
          <p:nvPr/>
        </p:nvSpPr>
        <p:spPr>
          <a:xfrm>
            <a:off x="15241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3" name="Shape 370"/>
          <p:cNvSpPr/>
          <p:nvPr/>
        </p:nvSpPr>
        <p:spPr>
          <a:xfrm>
            <a:off x="16384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4" name="Shape 371"/>
          <p:cNvSpPr/>
          <p:nvPr/>
        </p:nvSpPr>
        <p:spPr>
          <a:xfrm>
            <a:off x="17527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5" name="Shape 372"/>
          <p:cNvSpPr/>
          <p:nvPr/>
        </p:nvSpPr>
        <p:spPr>
          <a:xfrm>
            <a:off x="18670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6" name="Shape 373"/>
          <p:cNvSpPr/>
          <p:nvPr/>
        </p:nvSpPr>
        <p:spPr>
          <a:xfrm>
            <a:off x="19813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7" name="Shape 374"/>
          <p:cNvSpPr/>
          <p:nvPr/>
        </p:nvSpPr>
        <p:spPr>
          <a:xfrm>
            <a:off x="20956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8" name="Shape 375"/>
          <p:cNvSpPr/>
          <p:nvPr/>
        </p:nvSpPr>
        <p:spPr>
          <a:xfrm>
            <a:off x="22099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9" name="Shape 376"/>
          <p:cNvSpPr/>
          <p:nvPr/>
        </p:nvSpPr>
        <p:spPr>
          <a:xfrm>
            <a:off x="23242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0" name="Shape 377"/>
          <p:cNvSpPr/>
          <p:nvPr/>
        </p:nvSpPr>
        <p:spPr>
          <a:xfrm>
            <a:off x="24385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1" name="Shape 378"/>
          <p:cNvSpPr/>
          <p:nvPr/>
        </p:nvSpPr>
        <p:spPr>
          <a:xfrm>
            <a:off x="25528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2" name="Shape 379"/>
          <p:cNvSpPr/>
          <p:nvPr/>
        </p:nvSpPr>
        <p:spPr>
          <a:xfrm>
            <a:off x="26671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3" name="Shape 380"/>
          <p:cNvSpPr/>
          <p:nvPr/>
        </p:nvSpPr>
        <p:spPr>
          <a:xfrm>
            <a:off x="27814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4" name="Shape 381"/>
          <p:cNvSpPr/>
          <p:nvPr/>
        </p:nvSpPr>
        <p:spPr>
          <a:xfrm>
            <a:off x="28957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5" name="Shape 382"/>
          <p:cNvSpPr/>
          <p:nvPr/>
        </p:nvSpPr>
        <p:spPr>
          <a:xfrm>
            <a:off x="30100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6" name="Shape 383"/>
          <p:cNvSpPr/>
          <p:nvPr/>
        </p:nvSpPr>
        <p:spPr>
          <a:xfrm>
            <a:off x="31243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7" name="Shape 384"/>
          <p:cNvSpPr/>
          <p:nvPr/>
        </p:nvSpPr>
        <p:spPr>
          <a:xfrm>
            <a:off x="32386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8" name="Shape 385"/>
          <p:cNvSpPr/>
          <p:nvPr/>
        </p:nvSpPr>
        <p:spPr>
          <a:xfrm>
            <a:off x="33529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9" name="Shape 386"/>
          <p:cNvSpPr/>
          <p:nvPr/>
        </p:nvSpPr>
        <p:spPr>
          <a:xfrm>
            <a:off x="34672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0" name="Shape 387"/>
          <p:cNvSpPr/>
          <p:nvPr/>
        </p:nvSpPr>
        <p:spPr>
          <a:xfrm>
            <a:off x="35815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1" name="Shape 388"/>
          <p:cNvSpPr/>
          <p:nvPr/>
        </p:nvSpPr>
        <p:spPr>
          <a:xfrm>
            <a:off x="36958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2" name="Shape 389"/>
          <p:cNvSpPr/>
          <p:nvPr/>
        </p:nvSpPr>
        <p:spPr>
          <a:xfrm>
            <a:off x="38101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3" name="Shape 390"/>
          <p:cNvSpPr/>
          <p:nvPr/>
        </p:nvSpPr>
        <p:spPr>
          <a:xfrm>
            <a:off x="39244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4" name="Shape 391"/>
          <p:cNvSpPr/>
          <p:nvPr/>
        </p:nvSpPr>
        <p:spPr>
          <a:xfrm>
            <a:off x="40387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5" name="Shape 392"/>
          <p:cNvSpPr/>
          <p:nvPr/>
        </p:nvSpPr>
        <p:spPr>
          <a:xfrm>
            <a:off x="41530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6" name="Shape 393"/>
          <p:cNvSpPr/>
          <p:nvPr/>
        </p:nvSpPr>
        <p:spPr>
          <a:xfrm>
            <a:off x="42673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7" name="Shape 394"/>
          <p:cNvSpPr/>
          <p:nvPr/>
        </p:nvSpPr>
        <p:spPr>
          <a:xfrm>
            <a:off x="43816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8" name="Shape 395"/>
          <p:cNvSpPr/>
          <p:nvPr/>
        </p:nvSpPr>
        <p:spPr>
          <a:xfrm>
            <a:off x="44959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9" name="Shape 396"/>
          <p:cNvSpPr/>
          <p:nvPr/>
        </p:nvSpPr>
        <p:spPr>
          <a:xfrm>
            <a:off x="46102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0" name="Shape 397"/>
          <p:cNvSpPr/>
          <p:nvPr/>
        </p:nvSpPr>
        <p:spPr>
          <a:xfrm>
            <a:off x="47245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1" name="Shape 398"/>
          <p:cNvSpPr/>
          <p:nvPr/>
        </p:nvSpPr>
        <p:spPr>
          <a:xfrm>
            <a:off x="48388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2" name="Shape 399"/>
          <p:cNvSpPr/>
          <p:nvPr/>
        </p:nvSpPr>
        <p:spPr>
          <a:xfrm>
            <a:off x="49531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3" name="Shape 400"/>
          <p:cNvSpPr/>
          <p:nvPr/>
        </p:nvSpPr>
        <p:spPr>
          <a:xfrm>
            <a:off x="50674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4" name="Shape 401"/>
          <p:cNvSpPr/>
          <p:nvPr/>
        </p:nvSpPr>
        <p:spPr>
          <a:xfrm>
            <a:off x="51817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5" name="Shape 402"/>
          <p:cNvSpPr/>
          <p:nvPr/>
        </p:nvSpPr>
        <p:spPr>
          <a:xfrm>
            <a:off x="52960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6" name="Shape 403"/>
          <p:cNvSpPr/>
          <p:nvPr/>
        </p:nvSpPr>
        <p:spPr>
          <a:xfrm>
            <a:off x="541036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7" name="Shape 404"/>
          <p:cNvSpPr/>
          <p:nvPr/>
        </p:nvSpPr>
        <p:spPr>
          <a:xfrm>
            <a:off x="9526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8" name="Shape 405"/>
          <p:cNvSpPr/>
          <p:nvPr/>
        </p:nvSpPr>
        <p:spPr>
          <a:xfrm>
            <a:off x="10669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9" name="Shape 406"/>
          <p:cNvSpPr/>
          <p:nvPr/>
        </p:nvSpPr>
        <p:spPr>
          <a:xfrm>
            <a:off x="11812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0" name="Shape 407"/>
          <p:cNvSpPr/>
          <p:nvPr/>
        </p:nvSpPr>
        <p:spPr>
          <a:xfrm>
            <a:off x="12955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1" name="Shape 408"/>
          <p:cNvSpPr/>
          <p:nvPr/>
        </p:nvSpPr>
        <p:spPr>
          <a:xfrm>
            <a:off x="14098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2" name="Shape 409"/>
          <p:cNvSpPr/>
          <p:nvPr/>
        </p:nvSpPr>
        <p:spPr>
          <a:xfrm>
            <a:off x="15241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3" name="Shape 410"/>
          <p:cNvSpPr/>
          <p:nvPr/>
        </p:nvSpPr>
        <p:spPr>
          <a:xfrm>
            <a:off x="16384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4" name="Shape 411"/>
          <p:cNvSpPr/>
          <p:nvPr/>
        </p:nvSpPr>
        <p:spPr>
          <a:xfrm>
            <a:off x="17527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5" name="Shape 412"/>
          <p:cNvSpPr/>
          <p:nvPr/>
        </p:nvSpPr>
        <p:spPr>
          <a:xfrm>
            <a:off x="18670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6" name="Shape 413"/>
          <p:cNvSpPr/>
          <p:nvPr/>
        </p:nvSpPr>
        <p:spPr>
          <a:xfrm>
            <a:off x="19813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7" name="Shape 414"/>
          <p:cNvSpPr/>
          <p:nvPr/>
        </p:nvSpPr>
        <p:spPr>
          <a:xfrm>
            <a:off x="20956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8" name="Shape 415"/>
          <p:cNvSpPr/>
          <p:nvPr/>
        </p:nvSpPr>
        <p:spPr>
          <a:xfrm>
            <a:off x="22099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9" name="Shape 416"/>
          <p:cNvSpPr/>
          <p:nvPr/>
        </p:nvSpPr>
        <p:spPr>
          <a:xfrm>
            <a:off x="23242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0" name="Shape 417"/>
          <p:cNvSpPr/>
          <p:nvPr/>
        </p:nvSpPr>
        <p:spPr>
          <a:xfrm>
            <a:off x="24385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1" name="Shape 418"/>
          <p:cNvSpPr/>
          <p:nvPr/>
        </p:nvSpPr>
        <p:spPr>
          <a:xfrm>
            <a:off x="25528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2" name="Shape 419"/>
          <p:cNvSpPr/>
          <p:nvPr/>
        </p:nvSpPr>
        <p:spPr>
          <a:xfrm>
            <a:off x="26671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3" name="Shape 420"/>
          <p:cNvSpPr/>
          <p:nvPr/>
        </p:nvSpPr>
        <p:spPr>
          <a:xfrm>
            <a:off x="27814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4" name="Shape 421"/>
          <p:cNvSpPr/>
          <p:nvPr/>
        </p:nvSpPr>
        <p:spPr>
          <a:xfrm>
            <a:off x="28957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5" name="Shape 422"/>
          <p:cNvSpPr/>
          <p:nvPr/>
        </p:nvSpPr>
        <p:spPr>
          <a:xfrm>
            <a:off x="30100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6" name="Shape 423"/>
          <p:cNvSpPr/>
          <p:nvPr/>
        </p:nvSpPr>
        <p:spPr>
          <a:xfrm>
            <a:off x="31243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7" name="Shape 424"/>
          <p:cNvSpPr/>
          <p:nvPr/>
        </p:nvSpPr>
        <p:spPr>
          <a:xfrm>
            <a:off x="32386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8" name="Shape 425"/>
          <p:cNvSpPr/>
          <p:nvPr/>
        </p:nvSpPr>
        <p:spPr>
          <a:xfrm>
            <a:off x="33529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9" name="Shape 426"/>
          <p:cNvSpPr/>
          <p:nvPr/>
        </p:nvSpPr>
        <p:spPr>
          <a:xfrm>
            <a:off x="34672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0" name="Shape 427"/>
          <p:cNvSpPr/>
          <p:nvPr/>
        </p:nvSpPr>
        <p:spPr>
          <a:xfrm>
            <a:off x="35815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1" name="Shape 428"/>
          <p:cNvSpPr/>
          <p:nvPr/>
        </p:nvSpPr>
        <p:spPr>
          <a:xfrm>
            <a:off x="36958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2" name="Shape 429"/>
          <p:cNvSpPr/>
          <p:nvPr/>
        </p:nvSpPr>
        <p:spPr>
          <a:xfrm>
            <a:off x="38101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3" name="Shape 430"/>
          <p:cNvSpPr/>
          <p:nvPr/>
        </p:nvSpPr>
        <p:spPr>
          <a:xfrm>
            <a:off x="39244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4" name="Shape 431"/>
          <p:cNvSpPr/>
          <p:nvPr/>
        </p:nvSpPr>
        <p:spPr>
          <a:xfrm>
            <a:off x="40387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5" name="Shape 432"/>
          <p:cNvSpPr/>
          <p:nvPr/>
        </p:nvSpPr>
        <p:spPr>
          <a:xfrm>
            <a:off x="41530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6" name="Shape 433"/>
          <p:cNvSpPr/>
          <p:nvPr/>
        </p:nvSpPr>
        <p:spPr>
          <a:xfrm>
            <a:off x="42673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7" name="Shape 434"/>
          <p:cNvSpPr/>
          <p:nvPr/>
        </p:nvSpPr>
        <p:spPr>
          <a:xfrm>
            <a:off x="43816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8" name="Shape 435"/>
          <p:cNvSpPr/>
          <p:nvPr/>
        </p:nvSpPr>
        <p:spPr>
          <a:xfrm>
            <a:off x="44959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9" name="Shape 436"/>
          <p:cNvSpPr/>
          <p:nvPr/>
        </p:nvSpPr>
        <p:spPr>
          <a:xfrm>
            <a:off x="46102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0" name="Shape 437"/>
          <p:cNvSpPr/>
          <p:nvPr/>
        </p:nvSpPr>
        <p:spPr>
          <a:xfrm>
            <a:off x="47245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1" name="Shape 438"/>
          <p:cNvSpPr/>
          <p:nvPr/>
        </p:nvSpPr>
        <p:spPr>
          <a:xfrm>
            <a:off x="48388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2" name="Shape 439"/>
          <p:cNvSpPr/>
          <p:nvPr/>
        </p:nvSpPr>
        <p:spPr>
          <a:xfrm>
            <a:off x="49531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3" name="Shape 440"/>
          <p:cNvSpPr/>
          <p:nvPr/>
        </p:nvSpPr>
        <p:spPr>
          <a:xfrm>
            <a:off x="50674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4" name="Shape 441"/>
          <p:cNvSpPr/>
          <p:nvPr/>
        </p:nvSpPr>
        <p:spPr>
          <a:xfrm>
            <a:off x="51817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5" name="Shape 442"/>
          <p:cNvSpPr/>
          <p:nvPr/>
        </p:nvSpPr>
        <p:spPr>
          <a:xfrm>
            <a:off x="52960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6" name="Shape 443"/>
          <p:cNvSpPr/>
          <p:nvPr/>
        </p:nvSpPr>
        <p:spPr>
          <a:xfrm>
            <a:off x="541036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7" name="Shape 444"/>
          <p:cNvSpPr/>
          <p:nvPr/>
        </p:nvSpPr>
        <p:spPr>
          <a:xfrm>
            <a:off x="9526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8" name="Shape 445"/>
          <p:cNvSpPr/>
          <p:nvPr/>
        </p:nvSpPr>
        <p:spPr>
          <a:xfrm>
            <a:off x="10669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9" name="Shape 446"/>
          <p:cNvSpPr/>
          <p:nvPr/>
        </p:nvSpPr>
        <p:spPr>
          <a:xfrm>
            <a:off x="11812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0" name="Shape 447"/>
          <p:cNvSpPr/>
          <p:nvPr/>
        </p:nvSpPr>
        <p:spPr>
          <a:xfrm>
            <a:off x="12955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1" name="Shape 448"/>
          <p:cNvSpPr/>
          <p:nvPr/>
        </p:nvSpPr>
        <p:spPr>
          <a:xfrm>
            <a:off x="14098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2" name="Shape 449"/>
          <p:cNvSpPr/>
          <p:nvPr/>
        </p:nvSpPr>
        <p:spPr>
          <a:xfrm>
            <a:off x="15241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3" name="Shape 450"/>
          <p:cNvSpPr/>
          <p:nvPr/>
        </p:nvSpPr>
        <p:spPr>
          <a:xfrm>
            <a:off x="16384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4" name="Shape 451"/>
          <p:cNvSpPr/>
          <p:nvPr/>
        </p:nvSpPr>
        <p:spPr>
          <a:xfrm>
            <a:off x="17527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5" name="Shape 452"/>
          <p:cNvSpPr/>
          <p:nvPr/>
        </p:nvSpPr>
        <p:spPr>
          <a:xfrm>
            <a:off x="18670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6" name="Shape 453"/>
          <p:cNvSpPr/>
          <p:nvPr/>
        </p:nvSpPr>
        <p:spPr>
          <a:xfrm>
            <a:off x="19813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7" name="Shape 454"/>
          <p:cNvSpPr/>
          <p:nvPr/>
        </p:nvSpPr>
        <p:spPr>
          <a:xfrm>
            <a:off x="20956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8" name="Shape 455"/>
          <p:cNvSpPr/>
          <p:nvPr/>
        </p:nvSpPr>
        <p:spPr>
          <a:xfrm>
            <a:off x="22099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9" name="Shape 456"/>
          <p:cNvSpPr/>
          <p:nvPr/>
        </p:nvSpPr>
        <p:spPr>
          <a:xfrm>
            <a:off x="23242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0" name="Shape 457"/>
          <p:cNvSpPr/>
          <p:nvPr/>
        </p:nvSpPr>
        <p:spPr>
          <a:xfrm>
            <a:off x="24385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1" name="Shape 458"/>
          <p:cNvSpPr/>
          <p:nvPr/>
        </p:nvSpPr>
        <p:spPr>
          <a:xfrm>
            <a:off x="25528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2" name="Shape 459"/>
          <p:cNvSpPr/>
          <p:nvPr/>
        </p:nvSpPr>
        <p:spPr>
          <a:xfrm>
            <a:off x="26671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3" name="Shape 460"/>
          <p:cNvSpPr/>
          <p:nvPr/>
        </p:nvSpPr>
        <p:spPr>
          <a:xfrm>
            <a:off x="27814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4" name="Shape 461"/>
          <p:cNvSpPr/>
          <p:nvPr/>
        </p:nvSpPr>
        <p:spPr>
          <a:xfrm>
            <a:off x="28957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5" name="Shape 462"/>
          <p:cNvSpPr/>
          <p:nvPr/>
        </p:nvSpPr>
        <p:spPr>
          <a:xfrm>
            <a:off x="30100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6" name="Shape 463"/>
          <p:cNvSpPr/>
          <p:nvPr/>
        </p:nvSpPr>
        <p:spPr>
          <a:xfrm>
            <a:off x="31243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7" name="Shape 464"/>
          <p:cNvSpPr/>
          <p:nvPr/>
        </p:nvSpPr>
        <p:spPr>
          <a:xfrm>
            <a:off x="32386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8" name="Shape 465"/>
          <p:cNvSpPr/>
          <p:nvPr/>
        </p:nvSpPr>
        <p:spPr>
          <a:xfrm>
            <a:off x="33529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9" name="Shape 466"/>
          <p:cNvSpPr/>
          <p:nvPr/>
        </p:nvSpPr>
        <p:spPr>
          <a:xfrm>
            <a:off x="34672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0" name="Shape 467"/>
          <p:cNvSpPr/>
          <p:nvPr/>
        </p:nvSpPr>
        <p:spPr>
          <a:xfrm>
            <a:off x="35815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1" name="Shape 468"/>
          <p:cNvSpPr/>
          <p:nvPr/>
        </p:nvSpPr>
        <p:spPr>
          <a:xfrm>
            <a:off x="36958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2" name="Shape 469"/>
          <p:cNvSpPr/>
          <p:nvPr/>
        </p:nvSpPr>
        <p:spPr>
          <a:xfrm>
            <a:off x="38101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3" name="Shape 470"/>
          <p:cNvSpPr/>
          <p:nvPr/>
        </p:nvSpPr>
        <p:spPr>
          <a:xfrm>
            <a:off x="39244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4" name="Shape 471"/>
          <p:cNvSpPr/>
          <p:nvPr/>
        </p:nvSpPr>
        <p:spPr>
          <a:xfrm>
            <a:off x="40387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5" name="Shape 472"/>
          <p:cNvSpPr/>
          <p:nvPr/>
        </p:nvSpPr>
        <p:spPr>
          <a:xfrm>
            <a:off x="41530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6" name="Shape 473"/>
          <p:cNvSpPr/>
          <p:nvPr/>
        </p:nvSpPr>
        <p:spPr>
          <a:xfrm>
            <a:off x="42673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7" name="Shape 474"/>
          <p:cNvSpPr/>
          <p:nvPr/>
        </p:nvSpPr>
        <p:spPr>
          <a:xfrm>
            <a:off x="43816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8" name="Shape 475"/>
          <p:cNvSpPr/>
          <p:nvPr/>
        </p:nvSpPr>
        <p:spPr>
          <a:xfrm>
            <a:off x="44959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9" name="Shape 476"/>
          <p:cNvSpPr/>
          <p:nvPr/>
        </p:nvSpPr>
        <p:spPr>
          <a:xfrm>
            <a:off x="46102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0" name="Shape 477"/>
          <p:cNvSpPr/>
          <p:nvPr/>
        </p:nvSpPr>
        <p:spPr>
          <a:xfrm>
            <a:off x="47245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1" name="Shape 478"/>
          <p:cNvSpPr/>
          <p:nvPr/>
        </p:nvSpPr>
        <p:spPr>
          <a:xfrm>
            <a:off x="48388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2" name="Shape 479"/>
          <p:cNvSpPr/>
          <p:nvPr/>
        </p:nvSpPr>
        <p:spPr>
          <a:xfrm>
            <a:off x="49531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3" name="Shape 480"/>
          <p:cNvSpPr/>
          <p:nvPr/>
        </p:nvSpPr>
        <p:spPr>
          <a:xfrm>
            <a:off x="50674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4" name="Shape 481"/>
          <p:cNvSpPr/>
          <p:nvPr/>
        </p:nvSpPr>
        <p:spPr>
          <a:xfrm>
            <a:off x="51817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5" name="Shape 482"/>
          <p:cNvSpPr/>
          <p:nvPr/>
        </p:nvSpPr>
        <p:spPr>
          <a:xfrm>
            <a:off x="52960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6" name="Shape 483"/>
          <p:cNvSpPr/>
          <p:nvPr/>
        </p:nvSpPr>
        <p:spPr>
          <a:xfrm>
            <a:off x="541036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7" name="Shape 484"/>
          <p:cNvSpPr/>
          <p:nvPr/>
        </p:nvSpPr>
        <p:spPr>
          <a:xfrm>
            <a:off x="9526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8" name="Shape 485"/>
          <p:cNvSpPr/>
          <p:nvPr/>
        </p:nvSpPr>
        <p:spPr>
          <a:xfrm>
            <a:off x="10669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9" name="Shape 486"/>
          <p:cNvSpPr/>
          <p:nvPr/>
        </p:nvSpPr>
        <p:spPr>
          <a:xfrm>
            <a:off x="11812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0" name="Shape 487"/>
          <p:cNvSpPr/>
          <p:nvPr/>
        </p:nvSpPr>
        <p:spPr>
          <a:xfrm>
            <a:off x="12955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1" name="Shape 488"/>
          <p:cNvSpPr/>
          <p:nvPr/>
        </p:nvSpPr>
        <p:spPr>
          <a:xfrm>
            <a:off x="14098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2" name="Shape 489"/>
          <p:cNvSpPr/>
          <p:nvPr/>
        </p:nvSpPr>
        <p:spPr>
          <a:xfrm>
            <a:off x="15241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3" name="Shape 490"/>
          <p:cNvSpPr/>
          <p:nvPr/>
        </p:nvSpPr>
        <p:spPr>
          <a:xfrm>
            <a:off x="16384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4" name="Shape 491"/>
          <p:cNvSpPr/>
          <p:nvPr/>
        </p:nvSpPr>
        <p:spPr>
          <a:xfrm>
            <a:off x="17527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5" name="Shape 492"/>
          <p:cNvSpPr/>
          <p:nvPr/>
        </p:nvSpPr>
        <p:spPr>
          <a:xfrm>
            <a:off x="18670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6" name="Shape 493"/>
          <p:cNvSpPr/>
          <p:nvPr/>
        </p:nvSpPr>
        <p:spPr>
          <a:xfrm>
            <a:off x="19813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7" name="Shape 494"/>
          <p:cNvSpPr/>
          <p:nvPr/>
        </p:nvSpPr>
        <p:spPr>
          <a:xfrm>
            <a:off x="20956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8" name="Shape 495"/>
          <p:cNvSpPr/>
          <p:nvPr/>
        </p:nvSpPr>
        <p:spPr>
          <a:xfrm>
            <a:off x="22099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9" name="Shape 496"/>
          <p:cNvSpPr/>
          <p:nvPr/>
        </p:nvSpPr>
        <p:spPr>
          <a:xfrm>
            <a:off x="23242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0" name="Shape 497"/>
          <p:cNvSpPr/>
          <p:nvPr/>
        </p:nvSpPr>
        <p:spPr>
          <a:xfrm>
            <a:off x="24385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1" name="Shape 498"/>
          <p:cNvSpPr/>
          <p:nvPr/>
        </p:nvSpPr>
        <p:spPr>
          <a:xfrm>
            <a:off x="25528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2" name="Shape 499"/>
          <p:cNvSpPr/>
          <p:nvPr/>
        </p:nvSpPr>
        <p:spPr>
          <a:xfrm>
            <a:off x="26671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3" name="Shape 500"/>
          <p:cNvSpPr/>
          <p:nvPr/>
        </p:nvSpPr>
        <p:spPr>
          <a:xfrm>
            <a:off x="27814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4" name="Shape 501"/>
          <p:cNvSpPr/>
          <p:nvPr/>
        </p:nvSpPr>
        <p:spPr>
          <a:xfrm>
            <a:off x="28957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5" name="Shape 502"/>
          <p:cNvSpPr/>
          <p:nvPr/>
        </p:nvSpPr>
        <p:spPr>
          <a:xfrm>
            <a:off x="30100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6" name="Shape 503"/>
          <p:cNvSpPr/>
          <p:nvPr/>
        </p:nvSpPr>
        <p:spPr>
          <a:xfrm>
            <a:off x="31243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7" name="Shape 504"/>
          <p:cNvSpPr/>
          <p:nvPr/>
        </p:nvSpPr>
        <p:spPr>
          <a:xfrm>
            <a:off x="32386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8" name="Shape 505"/>
          <p:cNvSpPr/>
          <p:nvPr/>
        </p:nvSpPr>
        <p:spPr>
          <a:xfrm>
            <a:off x="33529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9" name="Shape 506"/>
          <p:cNvSpPr/>
          <p:nvPr/>
        </p:nvSpPr>
        <p:spPr>
          <a:xfrm>
            <a:off x="34672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0" name="Shape 507"/>
          <p:cNvSpPr/>
          <p:nvPr/>
        </p:nvSpPr>
        <p:spPr>
          <a:xfrm>
            <a:off x="35815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1" name="Shape 508"/>
          <p:cNvSpPr/>
          <p:nvPr/>
        </p:nvSpPr>
        <p:spPr>
          <a:xfrm>
            <a:off x="36958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2" name="Shape 509"/>
          <p:cNvSpPr/>
          <p:nvPr/>
        </p:nvSpPr>
        <p:spPr>
          <a:xfrm>
            <a:off x="38101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3" name="Shape 510"/>
          <p:cNvSpPr/>
          <p:nvPr/>
        </p:nvSpPr>
        <p:spPr>
          <a:xfrm>
            <a:off x="39244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4" name="Shape 511"/>
          <p:cNvSpPr/>
          <p:nvPr/>
        </p:nvSpPr>
        <p:spPr>
          <a:xfrm>
            <a:off x="40387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5" name="Shape 512"/>
          <p:cNvSpPr/>
          <p:nvPr/>
        </p:nvSpPr>
        <p:spPr>
          <a:xfrm>
            <a:off x="41530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6" name="Shape 513"/>
          <p:cNvSpPr/>
          <p:nvPr/>
        </p:nvSpPr>
        <p:spPr>
          <a:xfrm>
            <a:off x="42673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7" name="Shape 514"/>
          <p:cNvSpPr/>
          <p:nvPr/>
        </p:nvSpPr>
        <p:spPr>
          <a:xfrm>
            <a:off x="43816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8" name="Shape 515"/>
          <p:cNvSpPr/>
          <p:nvPr/>
        </p:nvSpPr>
        <p:spPr>
          <a:xfrm>
            <a:off x="44959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9" name="Shape 516"/>
          <p:cNvSpPr/>
          <p:nvPr/>
        </p:nvSpPr>
        <p:spPr>
          <a:xfrm>
            <a:off x="46102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0" name="Shape 517"/>
          <p:cNvSpPr/>
          <p:nvPr/>
        </p:nvSpPr>
        <p:spPr>
          <a:xfrm>
            <a:off x="47245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1" name="Shape 518"/>
          <p:cNvSpPr/>
          <p:nvPr/>
        </p:nvSpPr>
        <p:spPr>
          <a:xfrm>
            <a:off x="48388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2" name="Shape 519"/>
          <p:cNvSpPr/>
          <p:nvPr/>
        </p:nvSpPr>
        <p:spPr>
          <a:xfrm>
            <a:off x="49531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3" name="Shape 520"/>
          <p:cNvSpPr/>
          <p:nvPr/>
        </p:nvSpPr>
        <p:spPr>
          <a:xfrm>
            <a:off x="50674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4" name="Shape 521"/>
          <p:cNvSpPr/>
          <p:nvPr/>
        </p:nvSpPr>
        <p:spPr>
          <a:xfrm>
            <a:off x="51817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5" name="Shape 522"/>
          <p:cNvSpPr/>
          <p:nvPr/>
        </p:nvSpPr>
        <p:spPr>
          <a:xfrm>
            <a:off x="52960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6" name="Shape 523"/>
          <p:cNvSpPr/>
          <p:nvPr/>
        </p:nvSpPr>
        <p:spPr>
          <a:xfrm>
            <a:off x="541036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7" name="Shape 524"/>
          <p:cNvSpPr/>
          <p:nvPr/>
        </p:nvSpPr>
        <p:spPr>
          <a:xfrm>
            <a:off x="9526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8" name="Shape 525"/>
          <p:cNvSpPr/>
          <p:nvPr/>
        </p:nvSpPr>
        <p:spPr>
          <a:xfrm>
            <a:off x="10669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9" name="Shape 526"/>
          <p:cNvSpPr/>
          <p:nvPr/>
        </p:nvSpPr>
        <p:spPr>
          <a:xfrm>
            <a:off x="11812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0" name="Shape 527"/>
          <p:cNvSpPr/>
          <p:nvPr/>
        </p:nvSpPr>
        <p:spPr>
          <a:xfrm>
            <a:off x="12955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1" name="Shape 528"/>
          <p:cNvSpPr/>
          <p:nvPr/>
        </p:nvSpPr>
        <p:spPr>
          <a:xfrm>
            <a:off x="14098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2" name="Shape 529"/>
          <p:cNvSpPr/>
          <p:nvPr/>
        </p:nvSpPr>
        <p:spPr>
          <a:xfrm>
            <a:off x="15241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3" name="Shape 530"/>
          <p:cNvSpPr/>
          <p:nvPr/>
        </p:nvSpPr>
        <p:spPr>
          <a:xfrm>
            <a:off x="16384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4" name="Shape 531"/>
          <p:cNvSpPr/>
          <p:nvPr/>
        </p:nvSpPr>
        <p:spPr>
          <a:xfrm>
            <a:off x="17527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5" name="Shape 532"/>
          <p:cNvSpPr/>
          <p:nvPr/>
        </p:nvSpPr>
        <p:spPr>
          <a:xfrm>
            <a:off x="18670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6" name="Shape 533"/>
          <p:cNvSpPr/>
          <p:nvPr/>
        </p:nvSpPr>
        <p:spPr>
          <a:xfrm>
            <a:off x="19813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7" name="Shape 534"/>
          <p:cNvSpPr/>
          <p:nvPr/>
        </p:nvSpPr>
        <p:spPr>
          <a:xfrm>
            <a:off x="20956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8" name="Shape 535"/>
          <p:cNvSpPr/>
          <p:nvPr/>
        </p:nvSpPr>
        <p:spPr>
          <a:xfrm>
            <a:off x="22099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9" name="Shape 536"/>
          <p:cNvSpPr/>
          <p:nvPr/>
        </p:nvSpPr>
        <p:spPr>
          <a:xfrm>
            <a:off x="23242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0" name="Shape 537"/>
          <p:cNvSpPr/>
          <p:nvPr/>
        </p:nvSpPr>
        <p:spPr>
          <a:xfrm>
            <a:off x="24385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1" name="Shape 538"/>
          <p:cNvSpPr/>
          <p:nvPr/>
        </p:nvSpPr>
        <p:spPr>
          <a:xfrm>
            <a:off x="25528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2" name="Shape 539"/>
          <p:cNvSpPr/>
          <p:nvPr/>
        </p:nvSpPr>
        <p:spPr>
          <a:xfrm>
            <a:off x="26671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3" name="Shape 540"/>
          <p:cNvSpPr/>
          <p:nvPr/>
        </p:nvSpPr>
        <p:spPr>
          <a:xfrm>
            <a:off x="27814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4" name="Shape 541"/>
          <p:cNvSpPr/>
          <p:nvPr/>
        </p:nvSpPr>
        <p:spPr>
          <a:xfrm>
            <a:off x="28957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5" name="Shape 542"/>
          <p:cNvSpPr/>
          <p:nvPr/>
        </p:nvSpPr>
        <p:spPr>
          <a:xfrm>
            <a:off x="30100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6" name="Shape 543"/>
          <p:cNvSpPr/>
          <p:nvPr/>
        </p:nvSpPr>
        <p:spPr>
          <a:xfrm>
            <a:off x="31243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7" name="Shape 544"/>
          <p:cNvSpPr/>
          <p:nvPr/>
        </p:nvSpPr>
        <p:spPr>
          <a:xfrm>
            <a:off x="32386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8" name="Shape 545"/>
          <p:cNvSpPr/>
          <p:nvPr/>
        </p:nvSpPr>
        <p:spPr>
          <a:xfrm>
            <a:off x="33529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9" name="Shape 546"/>
          <p:cNvSpPr/>
          <p:nvPr/>
        </p:nvSpPr>
        <p:spPr>
          <a:xfrm>
            <a:off x="34672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0" name="Shape 547"/>
          <p:cNvSpPr/>
          <p:nvPr/>
        </p:nvSpPr>
        <p:spPr>
          <a:xfrm>
            <a:off x="35815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1" name="Shape 548"/>
          <p:cNvSpPr/>
          <p:nvPr/>
        </p:nvSpPr>
        <p:spPr>
          <a:xfrm>
            <a:off x="36958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2" name="Shape 549"/>
          <p:cNvSpPr/>
          <p:nvPr/>
        </p:nvSpPr>
        <p:spPr>
          <a:xfrm>
            <a:off x="38101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3" name="Shape 550"/>
          <p:cNvSpPr/>
          <p:nvPr/>
        </p:nvSpPr>
        <p:spPr>
          <a:xfrm>
            <a:off x="39244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4" name="Shape 551"/>
          <p:cNvSpPr/>
          <p:nvPr/>
        </p:nvSpPr>
        <p:spPr>
          <a:xfrm>
            <a:off x="40387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5" name="Shape 552"/>
          <p:cNvSpPr/>
          <p:nvPr/>
        </p:nvSpPr>
        <p:spPr>
          <a:xfrm>
            <a:off x="41530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6" name="Shape 553"/>
          <p:cNvSpPr/>
          <p:nvPr/>
        </p:nvSpPr>
        <p:spPr>
          <a:xfrm>
            <a:off x="42673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7" name="Shape 554"/>
          <p:cNvSpPr/>
          <p:nvPr/>
        </p:nvSpPr>
        <p:spPr>
          <a:xfrm>
            <a:off x="43816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8" name="Shape 555"/>
          <p:cNvSpPr/>
          <p:nvPr/>
        </p:nvSpPr>
        <p:spPr>
          <a:xfrm>
            <a:off x="44959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9" name="Shape 556"/>
          <p:cNvSpPr/>
          <p:nvPr/>
        </p:nvSpPr>
        <p:spPr>
          <a:xfrm>
            <a:off x="46102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0" name="Shape 557"/>
          <p:cNvSpPr/>
          <p:nvPr/>
        </p:nvSpPr>
        <p:spPr>
          <a:xfrm>
            <a:off x="47245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1" name="Shape 558"/>
          <p:cNvSpPr/>
          <p:nvPr/>
        </p:nvSpPr>
        <p:spPr>
          <a:xfrm>
            <a:off x="48388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2" name="Shape 559"/>
          <p:cNvSpPr/>
          <p:nvPr/>
        </p:nvSpPr>
        <p:spPr>
          <a:xfrm>
            <a:off x="49531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3" name="Shape 560"/>
          <p:cNvSpPr/>
          <p:nvPr/>
        </p:nvSpPr>
        <p:spPr>
          <a:xfrm>
            <a:off x="50674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4" name="Shape 561"/>
          <p:cNvSpPr/>
          <p:nvPr/>
        </p:nvSpPr>
        <p:spPr>
          <a:xfrm>
            <a:off x="51817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5" name="Shape 562"/>
          <p:cNvSpPr/>
          <p:nvPr/>
        </p:nvSpPr>
        <p:spPr>
          <a:xfrm>
            <a:off x="52960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6" name="Shape 563"/>
          <p:cNvSpPr/>
          <p:nvPr/>
        </p:nvSpPr>
        <p:spPr>
          <a:xfrm>
            <a:off x="541036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7" name="Shape 564"/>
          <p:cNvSpPr/>
          <p:nvPr/>
        </p:nvSpPr>
        <p:spPr>
          <a:xfrm>
            <a:off x="9526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8" name="Shape 565"/>
          <p:cNvSpPr/>
          <p:nvPr/>
        </p:nvSpPr>
        <p:spPr>
          <a:xfrm>
            <a:off x="10669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9" name="Shape 566"/>
          <p:cNvSpPr/>
          <p:nvPr/>
        </p:nvSpPr>
        <p:spPr>
          <a:xfrm>
            <a:off x="11812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0" name="Shape 567"/>
          <p:cNvSpPr/>
          <p:nvPr/>
        </p:nvSpPr>
        <p:spPr>
          <a:xfrm>
            <a:off x="12955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1" name="Shape 568"/>
          <p:cNvSpPr/>
          <p:nvPr/>
        </p:nvSpPr>
        <p:spPr>
          <a:xfrm>
            <a:off x="14098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2" name="Shape 569"/>
          <p:cNvSpPr/>
          <p:nvPr/>
        </p:nvSpPr>
        <p:spPr>
          <a:xfrm>
            <a:off x="15241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3" name="Shape 570"/>
          <p:cNvSpPr/>
          <p:nvPr/>
        </p:nvSpPr>
        <p:spPr>
          <a:xfrm>
            <a:off x="16384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4" name="Shape 571"/>
          <p:cNvSpPr/>
          <p:nvPr/>
        </p:nvSpPr>
        <p:spPr>
          <a:xfrm>
            <a:off x="17527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5" name="Shape 572"/>
          <p:cNvSpPr/>
          <p:nvPr/>
        </p:nvSpPr>
        <p:spPr>
          <a:xfrm>
            <a:off x="18670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6" name="Shape 573"/>
          <p:cNvSpPr/>
          <p:nvPr/>
        </p:nvSpPr>
        <p:spPr>
          <a:xfrm>
            <a:off x="19813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7" name="Shape 574"/>
          <p:cNvSpPr/>
          <p:nvPr/>
        </p:nvSpPr>
        <p:spPr>
          <a:xfrm>
            <a:off x="20956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8" name="Shape 575"/>
          <p:cNvSpPr/>
          <p:nvPr/>
        </p:nvSpPr>
        <p:spPr>
          <a:xfrm>
            <a:off x="22099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9" name="Shape 576"/>
          <p:cNvSpPr/>
          <p:nvPr/>
        </p:nvSpPr>
        <p:spPr>
          <a:xfrm>
            <a:off x="23242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0" name="Shape 577"/>
          <p:cNvSpPr/>
          <p:nvPr/>
        </p:nvSpPr>
        <p:spPr>
          <a:xfrm>
            <a:off x="24385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1" name="Shape 578"/>
          <p:cNvSpPr/>
          <p:nvPr/>
        </p:nvSpPr>
        <p:spPr>
          <a:xfrm>
            <a:off x="25528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2" name="Shape 579"/>
          <p:cNvSpPr/>
          <p:nvPr/>
        </p:nvSpPr>
        <p:spPr>
          <a:xfrm>
            <a:off x="26671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3" name="Shape 580"/>
          <p:cNvSpPr/>
          <p:nvPr/>
        </p:nvSpPr>
        <p:spPr>
          <a:xfrm>
            <a:off x="27814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4" name="Shape 581"/>
          <p:cNvSpPr/>
          <p:nvPr/>
        </p:nvSpPr>
        <p:spPr>
          <a:xfrm>
            <a:off x="28957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5" name="Shape 582"/>
          <p:cNvSpPr/>
          <p:nvPr/>
        </p:nvSpPr>
        <p:spPr>
          <a:xfrm>
            <a:off x="30100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6" name="Shape 583"/>
          <p:cNvSpPr/>
          <p:nvPr/>
        </p:nvSpPr>
        <p:spPr>
          <a:xfrm>
            <a:off x="31243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7" name="Shape 584"/>
          <p:cNvSpPr/>
          <p:nvPr/>
        </p:nvSpPr>
        <p:spPr>
          <a:xfrm>
            <a:off x="32386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8" name="Shape 585"/>
          <p:cNvSpPr/>
          <p:nvPr/>
        </p:nvSpPr>
        <p:spPr>
          <a:xfrm>
            <a:off x="33529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9" name="Shape 586"/>
          <p:cNvSpPr/>
          <p:nvPr/>
        </p:nvSpPr>
        <p:spPr>
          <a:xfrm>
            <a:off x="34672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0" name="Shape 587"/>
          <p:cNvSpPr/>
          <p:nvPr/>
        </p:nvSpPr>
        <p:spPr>
          <a:xfrm>
            <a:off x="35815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1" name="Shape 588"/>
          <p:cNvSpPr/>
          <p:nvPr/>
        </p:nvSpPr>
        <p:spPr>
          <a:xfrm>
            <a:off x="36958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2" name="Shape 589"/>
          <p:cNvSpPr/>
          <p:nvPr/>
        </p:nvSpPr>
        <p:spPr>
          <a:xfrm>
            <a:off x="38101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3" name="Shape 590"/>
          <p:cNvSpPr/>
          <p:nvPr/>
        </p:nvSpPr>
        <p:spPr>
          <a:xfrm>
            <a:off x="39244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4" name="Shape 591"/>
          <p:cNvSpPr/>
          <p:nvPr/>
        </p:nvSpPr>
        <p:spPr>
          <a:xfrm>
            <a:off x="40387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5" name="Shape 592"/>
          <p:cNvSpPr/>
          <p:nvPr/>
        </p:nvSpPr>
        <p:spPr>
          <a:xfrm>
            <a:off x="41530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6" name="Shape 593"/>
          <p:cNvSpPr/>
          <p:nvPr/>
        </p:nvSpPr>
        <p:spPr>
          <a:xfrm>
            <a:off x="42673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7" name="Shape 594"/>
          <p:cNvSpPr/>
          <p:nvPr/>
        </p:nvSpPr>
        <p:spPr>
          <a:xfrm>
            <a:off x="43816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8" name="Shape 595"/>
          <p:cNvSpPr/>
          <p:nvPr/>
        </p:nvSpPr>
        <p:spPr>
          <a:xfrm>
            <a:off x="44959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9" name="Shape 596"/>
          <p:cNvSpPr/>
          <p:nvPr/>
        </p:nvSpPr>
        <p:spPr>
          <a:xfrm>
            <a:off x="46102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0" name="Shape 597"/>
          <p:cNvSpPr/>
          <p:nvPr/>
        </p:nvSpPr>
        <p:spPr>
          <a:xfrm>
            <a:off x="47245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1" name="Shape 598"/>
          <p:cNvSpPr/>
          <p:nvPr/>
        </p:nvSpPr>
        <p:spPr>
          <a:xfrm>
            <a:off x="48388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2" name="Shape 599"/>
          <p:cNvSpPr/>
          <p:nvPr/>
        </p:nvSpPr>
        <p:spPr>
          <a:xfrm>
            <a:off x="49531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3" name="Shape 600"/>
          <p:cNvSpPr/>
          <p:nvPr/>
        </p:nvSpPr>
        <p:spPr>
          <a:xfrm>
            <a:off x="50674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4" name="Shape 601"/>
          <p:cNvSpPr/>
          <p:nvPr/>
        </p:nvSpPr>
        <p:spPr>
          <a:xfrm>
            <a:off x="51817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5" name="Shape 602"/>
          <p:cNvSpPr/>
          <p:nvPr/>
        </p:nvSpPr>
        <p:spPr>
          <a:xfrm>
            <a:off x="52960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6" name="Shape 603"/>
          <p:cNvSpPr/>
          <p:nvPr/>
        </p:nvSpPr>
        <p:spPr>
          <a:xfrm>
            <a:off x="541036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7" name="Shape 604"/>
          <p:cNvSpPr/>
          <p:nvPr/>
        </p:nvSpPr>
        <p:spPr>
          <a:xfrm>
            <a:off x="9526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8" name="Shape 605"/>
          <p:cNvSpPr/>
          <p:nvPr/>
        </p:nvSpPr>
        <p:spPr>
          <a:xfrm>
            <a:off x="10669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9" name="Shape 606"/>
          <p:cNvSpPr/>
          <p:nvPr/>
        </p:nvSpPr>
        <p:spPr>
          <a:xfrm>
            <a:off x="11812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0" name="Shape 607"/>
          <p:cNvSpPr/>
          <p:nvPr/>
        </p:nvSpPr>
        <p:spPr>
          <a:xfrm>
            <a:off x="12955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1" name="Shape 608"/>
          <p:cNvSpPr/>
          <p:nvPr/>
        </p:nvSpPr>
        <p:spPr>
          <a:xfrm>
            <a:off x="14098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2" name="Shape 609"/>
          <p:cNvSpPr/>
          <p:nvPr/>
        </p:nvSpPr>
        <p:spPr>
          <a:xfrm>
            <a:off x="15241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3" name="Shape 610"/>
          <p:cNvSpPr/>
          <p:nvPr/>
        </p:nvSpPr>
        <p:spPr>
          <a:xfrm>
            <a:off x="16384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4" name="Shape 611"/>
          <p:cNvSpPr/>
          <p:nvPr/>
        </p:nvSpPr>
        <p:spPr>
          <a:xfrm>
            <a:off x="17527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5" name="Shape 612"/>
          <p:cNvSpPr/>
          <p:nvPr/>
        </p:nvSpPr>
        <p:spPr>
          <a:xfrm>
            <a:off x="18670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6" name="Shape 613"/>
          <p:cNvSpPr/>
          <p:nvPr/>
        </p:nvSpPr>
        <p:spPr>
          <a:xfrm>
            <a:off x="19813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7" name="Shape 614"/>
          <p:cNvSpPr/>
          <p:nvPr/>
        </p:nvSpPr>
        <p:spPr>
          <a:xfrm>
            <a:off x="20956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8" name="Shape 615"/>
          <p:cNvSpPr/>
          <p:nvPr/>
        </p:nvSpPr>
        <p:spPr>
          <a:xfrm>
            <a:off x="22099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9" name="Shape 616"/>
          <p:cNvSpPr/>
          <p:nvPr/>
        </p:nvSpPr>
        <p:spPr>
          <a:xfrm>
            <a:off x="23242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0" name="Shape 617"/>
          <p:cNvSpPr/>
          <p:nvPr/>
        </p:nvSpPr>
        <p:spPr>
          <a:xfrm>
            <a:off x="24385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1" name="Shape 618"/>
          <p:cNvSpPr/>
          <p:nvPr/>
        </p:nvSpPr>
        <p:spPr>
          <a:xfrm>
            <a:off x="25528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2" name="Shape 619"/>
          <p:cNvSpPr/>
          <p:nvPr/>
        </p:nvSpPr>
        <p:spPr>
          <a:xfrm>
            <a:off x="26671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3" name="Shape 620"/>
          <p:cNvSpPr/>
          <p:nvPr/>
        </p:nvSpPr>
        <p:spPr>
          <a:xfrm>
            <a:off x="27814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4" name="Shape 621"/>
          <p:cNvSpPr/>
          <p:nvPr/>
        </p:nvSpPr>
        <p:spPr>
          <a:xfrm>
            <a:off x="28957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5" name="Shape 622"/>
          <p:cNvSpPr/>
          <p:nvPr/>
        </p:nvSpPr>
        <p:spPr>
          <a:xfrm>
            <a:off x="30100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6" name="Shape 623"/>
          <p:cNvSpPr/>
          <p:nvPr/>
        </p:nvSpPr>
        <p:spPr>
          <a:xfrm>
            <a:off x="31243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7" name="Shape 624"/>
          <p:cNvSpPr/>
          <p:nvPr/>
        </p:nvSpPr>
        <p:spPr>
          <a:xfrm>
            <a:off x="32386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8" name="Shape 625"/>
          <p:cNvSpPr/>
          <p:nvPr/>
        </p:nvSpPr>
        <p:spPr>
          <a:xfrm>
            <a:off x="33529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9" name="Shape 626"/>
          <p:cNvSpPr/>
          <p:nvPr/>
        </p:nvSpPr>
        <p:spPr>
          <a:xfrm>
            <a:off x="34672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0" name="Shape 627"/>
          <p:cNvSpPr/>
          <p:nvPr/>
        </p:nvSpPr>
        <p:spPr>
          <a:xfrm>
            <a:off x="35815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1" name="Shape 628"/>
          <p:cNvSpPr/>
          <p:nvPr/>
        </p:nvSpPr>
        <p:spPr>
          <a:xfrm>
            <a:off x="36958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2" name="Shape 629"/>
          <p:cNvSpPr/>
          <p:nvPr/>
        </p:nvSpPr>
        <p:spPr>
          <a:xfrm>
            <a:off x="38101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3" name="Shape 630"/>
          <p:cNvSpPr/>
          <p:nvPr/>
        </p:nvSpPr>
        <p:spPr>
          <a:xfrm>
            <a:off x="39244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4" name="Shape 631"/>
          <p:cNvSpPr/>
          <p:nvPr/>
        </p:nvSpPr>
        <p:spPr>
          <a:xfrm>
            <a:off x="40387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5" name="Shape 632"/>
          <p:cNvSpPr/>
          <p:nvPr/>
        </p:nvSpPr>
        <p:spPr>
          <a:xfrm>
            <a:off x="41530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6" name="Shape 633"/>
          <p:cNvSpPr/>
          <p:nvPr/>
        </p:nvSpPr>
        <p:spPr>
          <a:xfrm>
            <a:off x="42673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7" name="Shape 634"/>
          <p:cNvSpPr/>
          <p:nvPr/>
        </p:nvSpPr>
        <p:spPr>
          <a:xfrm>
            <a:off x="43816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8" name="Shape 635"/>
          <p:cNvSpPr/>
          <p:nvPr/>
        </p:nvSpPr>
        <p:spPr>
          <a:xfrm>
            <a:off x="44959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9" name="Shape 636"/>
          <p:cNvSpPr/>
          <p:nvPr/>
        </p:nvSpPr>
        <p:spPr>
          <a:xfrm>
            <a:off x="46102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0" name="Shape 637"/>
          <p:cNvSpPr/>
          <p:nvPr/>
        </p:nvSpPr>
        <p:spPr>
          <a:xfrm>
            <a:off x="47245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1" name="Shape 638"/>
          <p:cNvSpPr/>
          <p:nvPr/>
        </p:nvSpPr>
        <p:spPr>
          <a:xfrm>
            <a:off x="48388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2" name="Shape 639"/>
          <p:cNvSpPr/>
          <p:nvPr/>
        </p:nvSpPr>
        <p:spPr>
          <a:xfrm>
            <a:off x="49531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3" name="Shape 640"/>
          <p:cNvSpPr/>
          <p:nvPr/>
        </p:nvSpPr>
        <p:spPr>
          <a:xfrm>
            <a:off x="50674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4" name="Shape 641"/>
          <p:cNvSpPr/>
          <p:nvPr/>
        </p:nvSpPr>
        <p:spPr>
          <a:xfrm>
            <a:off x="51817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5" name="Shape 642"/>
          <p:cNvSpPr/>
          <p:nvPr/>
        </p:nvSpPr>
        <p:spPr>
          <a:xfrm>
            <a:off x="52960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6" name="Shape 643"/>
          <p:cNvSpPr/>
          <p:nvPr/>
        </p:nvSpPr>
        <p:spPr>
          <a:xfrm>
            <a:off x="541036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7" name="Shape 644"/>
          <p:cNvSpPr/>
          <p:nvPr/>
        </p:nvSpPr>
        <p:spPr>
          <a:xfrm>
            <a:off x="9526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8" name="Shape 645"/>
          <p:cNvSpPr/>
          <p:nvPr/>
        </p:nvSpPr>
        <p:spPr>
          <a:xfrm>
            <a:off x="10669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9" name="Shape 646"/>
          <p:cNvSpPr/>
          <p:nvPr/>
        </p:nvSpPr>
        <p:spPr>
          <a:xfrm>
            <a:off x="11812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0" name="Shape 647"/>
          <p:cNvSpPr/>
          <p:nvPr/>
        </p:nvSpPr>
        <p:spPr>
          <a:xfrm>
            <a:off x="12955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1" name="Shape 648"/>
          <p:cNvSpPr/>
          <p:nvPr/>
        </p:nvSpPr>
        <p:spPr>
          <a:xfrm>
            <a:off x="14098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2" name="Shape 649"/>
          <p:cNvSpPr/>
          <p:nvPr/>
        </p:nvSpPr>
        <p:spPr>
          <a:xfrm>
            <a:off x="15241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3" name="Shape 650"/>
          <p:cNvSpPr/>
          <p:nvPr/>
        </p:nvSpPr>
        <p:spPr>
          <a:xfrm>
            <a:off x="16384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4" name="Shape 651"/>
          <p:cNvSpPr/>
          <p:nvPr/>
        </p:nvSpPr>
        <p:spPr>
          <a:xfrm>
            <a:off x="17527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5" name="Shape 652"/>
          <p:cNvSpPr/>
          <p:nvPr/>
        </p:nvSpPr>
        <p:spPr>
          <a:xfrm>
            <a:off x="18670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6" name="Shape 653"/>
          <p:cNvSpPr/>
          <p:nvPr/>
        </p:nvSpPr>
        <p:spPr>
          <a:xfrm>
            <a:off x="19813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7" name="Shape 654"/>
          <p:cNvSpPr/>
          <p:nvPr/>
        </p:nvSpPr>
        <p:spPr>
          <a:xfrm>
            <a:off x="20956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8" name="Shape 655"/>
          <p:cNvSpPr/>
          <p:nvPr/>
        </p:nvSpPr>
        <p:spPr>
          <a:xfrm>
            <a:off x="22099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9" name="Shape 656"/>
          <p:cNvSpPr/>
          <p:nvPr/>
        </p:nvSpPr>
        <p:spPr>
          <a:xfrm>
            <a:off x="23242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0" name="Shape 657"/>
          <p:cNvSpPr/>
          <p:nvPr/>
        </p:nvSpPr>
        <p:spPr>
          <a:xfrm>
            <a:off x="24385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1" name="Shape 658"/>
          <p:cNvSpPr/>
          <p:nvPr/>
        </p:nvSpPr>
        <p:spPr>
          <a:xfrm>
            <a:off x="25528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2" name="Shape 659"/>
          <p:cNvSpPr/>
          <p:nvPr/>
        </p:nvSpPr>
        <p:spPr>
          <a:xfrm>
            <a:off x="26671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3" name="Shape 660"/>
          <p:cNvSpPr/>
          <p:nvPr/>
        </p:nvSpPr>
        <p:spPr>
          <a:xfrm>
            <a:off x="27814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4" name="Shape 661"/>
          <p:cNvSpPr/>
          <p:nvPr/>
        </p:nvSpPr>
        <p:spPr>
          <a:xfrm>
            <a:off x="28957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5" name="Shape 662"/>
          <p:cNvSpPr/>
          <p:nvPr/>
        </p:nvSpPr>
        <p:spPr>
          <a:xfrm>
            <a:off x="30100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6" name="Shape 663"/>
          <p:cNvSpPr/>
          <p:nvPr/>
        </p:nvSpPr>
        <p:spPr>
          <a:xfrm>
            <a:off x="31243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7" name="Shape 664"/>
          <p:cNvSpPr/>
          <p:nvPr/>
        </p:nvSpPr>
        <p:spPr>
          <a:xfrm>
            <a:off x="32386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8" name="Shape 665"/>
          <p:cNvSpPr/>
          <p:nvPr/>
        </p:nvSpPr>
        <p:spPr>
          <a:xfrm>
            <a:off x="33529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9" name="Shape 666"/>
          <p:cNvSpPr/>
          <p:nvPr/>
        </p:nvSpPr>
        <p:spPr>
          <a:xfrm>
            <a:off x="34672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0" name="Shape 667"/>
          <p:cNvSpPr/>
          <p:nvPr/>
        </p:nvSpPr>
        <p:spPr>
          <a:xfrm>
            <a:off x="35815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1" name="Shape 668"/>
          <p:cNvSpPr/>
          <p:nvPr/>
        </p:nvSpPr>
        <p:spPr>
          <a:xfrm>
            <a:off x="36958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2" name="Shape 669"/>
          <p:cNvSpPr/>
          <p:nvPr/>
        </p:nvSpPr>
        <p:spPr>
          <a:xfrm>
            <a:off x="38101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3" name="Shape 670"/>
          <p:cNvSpPr/>
          <p:nvPr/>
        </p:nvSpPr>
        <p:spPr>
          <a:xfrm>
            <a:off x="39244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4" name="Shape 671"/>
          <p:cNvSpPr/>
          <p:nvPr/>
        </p:nvSpPr>
        <p:spPr>
          <a:xfrm>
            <a:off x="40387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5" name="Shape 672"/>
          <p:cNvSpPr/>
          <p:nvPr/>
        </p:nvSpPr>
        <p:spPr>
          <a:xfrm>
            <a:off x="41530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6" name="Shape 673"/>
          <p:cNvSpPr/>
          <p:nvPr/>
        </p:nvSpPr>
        <p:spPr>
          <a:xfrm>
            <a:off x="42673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7" name="Shape 674"/>
          <p:cNvSpPr/>
          <p:nvPr/>
        </p:nvSpPr>
        <p:spPr>
          <a:xfrm>
            <a:off x="43816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8" name="Shape 675"/>
          <p:cNvSpPr/>
          <p:nvPr/>
        </p:nvSpPr>
        <p:spPr>
          <a:xfrm>
            <a:off x="44959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9" name="Shape 676"/>
          <p:cNvSpPr/>
          <p:nvPr/>
        </p:nvSpPr>
        <p:spPr>
          <a:xfrm>
            <a:off x="46102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0" name="Shape 677"/>
          <p:cNvSpPr/>
          <p:nvPr/>
        </p:nvSpPr>
        <p:spPr>
          <a:xfrm>
            <a:off x="47245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1" name="Shape 678"/>
          <p:cNvSpPr/>
          <p:nvPr/>
        </p:nvSpPr>
        <p:spPr>
          <a:xfrm>
            <a:off x="48388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2" name="Shape 679"/>
          <p:cNvSpPr/>
          <p:nvPr/>
        </p:nvSpPr>
        <p:spPr>
          <a:xfrm>
            <a:off x="49531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3" name="Shape 680"/>
          <p:cNvSpPr/>
          <p:nvPr/>
        </p:nvSpPr>
        <p:spPr>
          <a:xfrm>
            <a:off x="50674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4" name="Shape 681"/>
          <p:cNvSpPr/>
          <p:nvPr/>
        </p:nvSpPr>
        <p:spPr>
          <a:xfrm>
            <a:off x="51817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5" name="Shape 682"/>
          <p:cNvSpPr/>
          <p:nvPr/>
        </p:nvSpPr>
        <p:spPr>
          <a:xfrm>
            <a:off x="52960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6" name="Shape 683"/>
          <p:cNvSpPr/>
          <p:nvPr/>
        </p:nvSpPr>
        <p:spPr>
          <a:xfrm>
            <a:off x="541036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7" name="Shape 684"/>
          <p:cNvSpPr/>
          <p:nvPr/>
        </p:nvSpPr>
        <p:spPr>
          <a:xfrm>
            <a:off x="9526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8" name="Shape 685"/>
          <p:cNvSpPr/>
          <p:nvPr/>
        </p:nvSpPr>
        <p:spPr>
          <a:xfrm>
            <a:off x="10669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9" name="Shape 686"/>
          <p:cNvSpPr/>
          <p:nvPr/>
        </p:nvSpPr>
        <p:spPr>
          <a:xfrm>
            <a:off x="11812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0" name="Shape 687"/>
          <p:cNvSpPr/>
          <p:nvPr/>
        </p:nvSpPr>
        <p:spPr>
          <a:xfrm>
            <a:off x="12955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1" name="Shape 688"/>
          <p:cNvSpPr/>
          <p:nvPr/>
        </p:nvSpPr>
        <p:spPr>
          <a:xfrm>
            <a:off x="14098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2" name="Shape 689"/>
          <p:cNvSpPr/>
          <p:nvPr/>
        </p:nvSpPr>
        <p:spPr>
          <a:xfrm>
            <a:off x="15241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3" name="Shape 690"/>
          <p:cNvSpPr/>
          <p:nvPr/>
        </p:nvSpPr>
        <p:spPr>
          <a:xfrm>
            <a:off x="16384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4" name="Shape 691"/>
          <p:cNvSpPr/>
          <p:nvPr/>
        </p:nvSpPr>
        <p:spPr>
          <a:xfrm>
            <a:off x="17527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5" name="Shape 692"/>
          <p:cNvSpPr/>
          <p:nvPr/>
        </p:nvSpPr>
        <p:spPr>
          <a:xfrm>
            <a:off x="18670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6" name="Shape 693"/>
          <p:cNvSpPr/>
          <p:nvPr/>
        </p:nvSpPr>
        <p:spPr>
          <a:xfrm>
            <a:off x="19813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7" name="Shape 694"/>
          <p:cNvSpPr/>
          <p:nvPr/>
        </p:nvSpPr>
        <p:spPr>
          <a:xfrm>
            <a:off x="20956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8" name="Shape 695"/>
          <p:cNvSpPr/>
          <p:nvPr/>
        </p:nvSpPr>
        <p:spPr>
          <a:xfrm>
            <a:off x="22099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9" name="Shape 696"/>
          <p:cNvSpPr/>
          <p:nvPr/>
        </p:nvSpPr>
        <p:spPr>
          <a:xfrm>
            <a:off x="23242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0" name="Shape 697"/>
          <p:cNvSpPr/>
          <p:nvPr/>
        </p:nvSpPr>
        <p:spPr>
          <a:xfrm>
            <a:off x="24385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1" name="Shape 698"/>
          <p:cNvSpPr/>
          <p:nvPr/>
        </p:nvSpPr>
        <p:spPr>
          <a:xfrm>
            <a:off x="25528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2" name="Shape 699"/>
          <p:cNvSpPr/>
          <p:nvPr/>
        </p:nvSpPr>
        <p:spPr>
          <a:xfrm>
            <a:off x="26671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3" name="Shape 700"/>
          <p:cNvSpPr/>
          <p:nvPr/>
        </p:nvSpPr>
        <p:spPr>
          <a:xfrm>
            <a:off x="27814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4" name="Shape 701"/>
          <p:cNvSpPr/>
          <p:nvPr/>
        </p:nvSpPr>
        <p:spPr>
          <a:xfrm>
            <a:off x="28957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5" name="Shape 702"/>
          <p:cNvSpPr/>
          <p:nvPr/>
        </p:nvSpPr>
        <p:spPr>
          <a:xfrm>
            <a:off x="30100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6" name="Shape 703"/>
          <p:cNvSpPr/>
          <p:nvPr/>
        </p:nvSpPr>
        <p:spPr>
          <a:xfrm>
            <a:off x="31243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7" name="Shape 704"/>
          <p:cNvSpPr/>
          <p:nvPr/>
        </p:nvSpPr>
        <p:spPr>
          <a:xfrm>
            <a:off x="32386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8" name="Shape 705"/>
          <p:cNvSpPr/>
          <p:nvPr/>
        </p:nvSpPr>
        <p:spPr>
          <a:xfrm>
            <a:off x="33529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9" name="Shape 706"/>
          <p:cNvSpPr/>
          <p:nvPr/>
        </p:nvSpPr>
        <p:spPr>
          <a:xfrm>
            <a:off x="34672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0" name="Shape 707"/>
          <p:cNvSpPr/>
          <p:nvPr/>
        </p:nvSpPr>
        <p:spPr>
          <a:xfrm>
            <a:off x="35815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1" name="Shape 708"/>
          <p:cNvSpPr/>
          <p:nvPr/>
        </p:nvSpPr>
        <p:spPr>
          <a:xfrm>
            <a:off x="36958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2" name="Shape 709"/>
          <p:cNvSpPr/>
          <p:nvPr/>
        </p:nvSpPr>
        <p:spPr>
          <a:xfrm>
            <a:off x="38101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3" name="Shape 710"/>
          <p:cNvSpPr/>
          <p:nvPr/>
        </p:nvSpPr>
        <p:spPr>
          <a:xfrm>
            <a:off x="39244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4" name="Shape 711"/>
          <p:cNvSpPr/>
          <p:nvPr/>
        </p:nvSpPr>
        <p:spPr>
          <a:xfrm>
            <a:off x="40387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5" name="Shape 712"/>
          <p:cNvSpPr/>
          <p:nvPr/>
        </p:nvSpPr>
        <p:spPr>
          <a:xfrm>
            <a:off x="41530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6" name="Shape 713"/>
          <p:cNvSpPr/>
          <p:nvPr/>
        </p:nvSpPr>
        <p:spPr>
          <a:xfrm>
            <a:off x="42673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7" name="Shape 714"/>
          <p:cNvSpPr/>
          <p:nvPr/>
        </p:nvSpPr>
        <p:spPr>
          <a:xfrm>
            <a:off x="43816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8" name="Shape 715"/>
          <p:cNvSpPr/>
          <p:nvPr/>
        </p:nvSpPr>
        <p:spPr>
          <a:xfrm>
            <a:off x="44959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9" name="Shape 716"/>
          <p:cNvSpPr/>
          <p:nvPr/>
        </p:nvSpPr>
        <p:spPr>
          <a:xfrm>
            <a:off x="46102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0" name="Shape 717"/>
          <p:cNvSpPr/>
          <p:nvPr/>
        </p:nvSpPr>
        <p:spPr>
          <a:xfrm>
            <a:off x="47245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1" name="Shape 718"/>
          <p:cNvSpPr/>
          <p:nvPr/>
        </p:nvSpPr>
        <p:spPr>
          <a:xfrm>
            <a:off x="48388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2" name="Shape 719"/>
          <p:cNvSpPr/>
          <p:nvPr/>
        </p:nvSpPr>
        <p:spPr>
          <a:xfrm>
            <a:off x="49531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3" name="Shape 720"/>
          <p:cNvSpPr/>
          <p:nvPr/>
        </p:nvSpPr>
        <p:spPr>
          <a:xfrm>
            <a:off x="50674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4" name="Shape 721"/>
          <p:cNvSpPr/>
          <p:nvPr/>
        </p:nvSpPr>
        <p:spPr>
          <a:xfrm>
            <a:off x="51817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5" name="Shape 722"/>
          <p:cNvSpPr/>
          <p:nvPr/>
        </p:nvSpPr>
        <p:spPr>
          <a:xfrm>
            <a:off x="52960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6" name="Shape 723"/>
          <p:cNvSpPr/>
          <p:nvPr/>
        </p:nvSpPr>
        <p:spPr>
          <a:xfrm>
            <a:off x="541036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7" name="Shape 724"/>
          <p:cNvSpPr/>
          <p:nvPr/>
        </p:nvSpPr>
        <p:spPr>
          <a:xfrm>
            <a:off x="9526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8" name="Shape 725"/>
          <p:cNvSpPr/>
          <p:nvPr/>
        </p:nvSpPr>
        <p:spPr>
          <a:xfrm>
            <a:off x="10669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9" name="Shape 726"/>
          <p:cNvSpPr/>
          <p:nvPr/>
        </p:nvSpPr>
        <p:spPr>
          <a:xfrm>
            <a:off x="11812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0" name="Shape 727"/>
          <p:cNvSpPr/>
          <p:nvPr/>
        </p:nvSpPr>
        <p:spPr>
          <a:xfrm>
            <a:off x="12955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1" name="Shape 728"/>
          <p:cNvSpPr/>
          <p:nvPr/>
        </p:nvSpPr>
        <p:spPr>
          <a:xfrm>
            <a:off x="14098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2" name="Shape 729"/>
          <p:cNvSpPr/>
          <p:nvPr/>
        </p:nvSpPr>
        <p:spPr>
          <a:xfrm>
            <a:off x="15241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3" name="Shape 730"/>
          <p:cNvSpPr/>
          <p:nvPr/>
        </p:nvSpPr>
        <p:spPr>
          <a:xfrm>
            <a:off x="16384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4" name="Shape 731"/>
          <p:cNvSpPr/>
          <p:nvPr/>
        </p:nvSpPr>
        <p:spPr>
          <a:xfrm>
            <a:off x="17527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5" name="Shape 732"/>
          <p:cNvSpPr/>
          <p:nvPr/>
        </p:nvSpPr>
        <p:spPr>
          <a:xfrm>
            <a:off x="18670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6" name="Shape 733"/>
          <p:cNvSpPr/>
          <p:nvPr/>
        </p:nvSpPr>
        <p:spPr>
          <a:xfrm>
            <a:off x="19813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7" name="Shape 734"/>
          <p:cNvSpPr/>
          <p:nvPr/>
        </p:nvSpPr>
        <p:spPr>
          <a:xfrm>
            <a:off x="20956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8" name="Shape 735"/>
          <p:cNvSpPr/>
          <p:nvPr/>
        </p:nvSpPr>
        <p:spPr>
          <a:xfrm>
            <a:off x="22099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9" name="Shape 736"/>
          <p:cNvSpPr/>
          <p:nvPr/>
        </p:nvSpPr>
        <p:spPr>
          <a:xfrm>
            <a:off x="23242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0" name="Shape 737"/>
          <p:cNvSpPr/>
          <p:nvPr/>
        </p:nvSpPr>
        <p:spPr>
          <a:xfrm>
            <a:off x="24385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1" name="Shape 738"/>
          <p:cNvSpPr/>
          <p:nvPr/>
        </p:nvSpPr>
        <p:spPr>
          <a:xfrm>
            <a:off x="25528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2" name="Shape 739"/>
          <p:cNvSpPr/>
          <p:nvPr/>
        </p:nvSpPr>
        <p:spPr>
          <a:xfrm>
            <a:off x="26671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3" name="Shape 740"/>
          <p:cNvSpPr/>
          <p:nvPr/>
        </p:nvSpPr>
        <p:spPr>
          <a:xfrm>
            <a:off x="27814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4" name="Shape 741"/>
          <p:cNvSpPr/>
          <p:nvPr/>
        </p:nvSpPr>
        <p:spPr>
          <a:xfrm>
            <a:off x="28957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5" name="Shape 742"/>
          <p:cNvSpPr/>
          <p:nvPr/>
        </p:nvSpPr>
        <p:spPr>
          <a:xfrm>
            <a:off x="30100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6" name="Shape 743"/>
          <p:cNvSpPr/>
          <p:nvPr/>
        </p:nvSpPr>
        <p:spPr>
          <a:xfrm>
            <a:off x="31243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7" name="Shape 744"/>
          <p:cNvSpPr/>
          <p:nvPr/>
        </p:nvSpPr>
        <p:spPr>
          <a:xfrm>
            <a:off x="32386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8" name="Shape 745"/>
          <p:cNvSpPr/>
          <p:nvPr/>
        </p:nvSpPr>
        <p:spPr>
          <a:xfrm>
            <a:off x="33529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9" name="Shape 746"/>
          <p:cNvSpPr/>
          <p:nvPr/>
        </p:nvSpPr>
        <p:spPr>
          <a:xfrm>
            <a:off x="34672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0" name="Shape 747"/>
          <p:cNvSpPr/>
          <p:nvPr/>
        </p:nvSpPr>
        <p:spPr>
          <a:xfrm>
            <a:off x="35815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1" name="Shape 748"/>
          <p:cNvSpPr/>
          <p:nvPr/>
        </p:nvSpPr>
        <p:spPr>
          <a:xfrm>
            <a:off x="36958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2" name="Shape 749"/>
          <p:cNvSpPr/>
          <p:nvPr/>
        </p:nvSpPr>
        <p:spPr>
          <a:xfrm>
            <a:off x="38101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3" name="Shape 750"/>
          <p:cNvSpPr/>
          <p:nvPr/>
        </p:nvSpPr>
        <p:spPr>
          <a:xfrm>
            <a:off x="39244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4" name="Shape 751"/>
          <p:cNvSpPr/>
          <p:nvPr/>
        </p:nvSpPr>
        <p:spPr>
          <a:xfrm>
            <a:off x="40387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5" name="Shape 752"/>
          <p:cNvSpPr/>
          <p:nvPr/>
        </p:nvSpPr>
        <p:spPr>
          <a:xfrm>
            <a:off x="41530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6" name="Shape 753"/>
          <p:cNvSpPr/>
          <p:nvPr/>
        </p:nvSpPr>
        <p:spPr>
          <a:xfrm>
            <a:off x="42673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7" name="Shape 754"/>
          <p:cNvSpPr/>
          <p:nvPr/>
        </p:nvSpPr>
        <p:spPr>
          <a:xfrm>
            <a:off x="43816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8" name="Shape 755"/>
          <p:cNvSpPr/>
          <p:nvPr/>
        </p:nvSpPr>
        <p:spPr>
          <a:xfrm>
            <a:off x="44959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9" name="Shape 756"/>
          <p:cNvSpPr/>
          <p:nvPr/>
        </p:nvSpPr>
        <p:spPr>
          <a:xfrm>
            <a:off x="46102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0" name="Shape 757"/>
          <p:cNvSpPr/>
          <p:nvPr/>
        </p:nvSpPr>
        <p:spPr>
          <a:xfrm>
            <a:off x="47245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1" name="Shape 758"/>
          <p:cNvSpPr/>
          <p:nvPr/>
        </p:nvSpPr>
        <p:spPr>
          <a:xfrm>
            <a:off x="48388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2" name="Shape 759"/>
          <p:cNvSpPr/>
          <p:nvPr/>
        </p:nvSpPr>
        <p:spPr>
          <a:xfrm>
            <a:off x="49531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3" name="Shape 760"/>
          <p:cNvSpPr/>
          <p:nvPr/>
        </p:nvSpPr>
        <p:spPr>
          <a:xfrm>
            <a:off x="50674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4" name="Shape 761"/>
          <p:cNvSpPr/>
          <p:nvPr/>
        </p:nvSpPr>
        <p:spPr>
          <a:xfrm>
            <a:off x="51817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5" name="Shape 762"/>
          <p:cNvSpPr/>
          <p:nvPr/>
        </p:nvSpPr>
        <p:spPr>
          <a:xfrm>
            <a:off x="52960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6" name="Shape 763"/>
          <p:cNvSpPr/>
          <p:nvPr/>
        </p:nvSpPr>
        <p:spPr>
          <a:xfrm>
            <a:off x="541036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7" name="Shape 764"/>
          <p:cNvSpPr/>
          <p:nvPr/>
        </p:nvSpPr>
        <p:spPr>
          <a:xfrm>
            <a:off x="9526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8" name="Shape 765"/>
          <p:cNvSpPr/>
          <p:nvPr/>
        </p:nvSpPr>
        <p:spPr>
          <a:xfrm>
            <a:off x="10669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9" name="Shape 766"/>
          <p:cNvSpPr/>
          <p:nvPr/>
        </p:nvSpPr>
        <p:spPr>
          <a:xfrm>
            <a:off x="11812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0" name="Shape 767"/>
          <p:cNvSpPr/>
          <p:nvPr/>
        </p:nvSpPr>
        <p:spPr>
          <a:xfrm>
            <a:off x="12955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1" name="Shape 768"/>
          <p:cNvSpPr/>
          <p:nvPr/>
        </p:nvSpPr>
        <p:spPr>
          <a:xfrm>
            <a:off x="14098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2" name="Shape 769"/>
          <p:cNvSpPr/>
          <p:nvPr/>
        </p:nvSpPr>
        <p:spPr>
          <a:xfrm>
            <a:off x="15241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3" name="Shape 770"/>
          <p:cNvSpPr/>
          <p:nvPr/>
        </p:nvSpPr>
        <p:spPr>
          <a:xfrm>
            <a:off x="16384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4" name="Shape 771"/>
          <p:cNvSpPr/>
          <p:nvPr/>
        </p:nvSpPr>
        <p:spPr>
          <a:xfrm>
            <a:off x="17527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5" name="Shape 772"/>
          <p:cNvSpPr/>
          <p:nvPr/>
        </p:nvSpPr>
        <p:spPr>
          <a:xfrm>
            <a:off x="18670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6" name="Shape 773"/>
          <p:cNvSpPr/>
          <p:nvPr/>
        </p:nvSpPr>
        <p:spPr>
          <a:xfrm>
            <a:off x="19813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7" name="Shape 774"/>
          <p:cNvSpPr/>
          <p:nvPr/>
        </p:nvSpPr>
        <p:spPr>
          <a:xfrm>
            <a:off x="20956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8" name="Shape 775"/>
          <p:cNvSpPr/>
          <p:nvPr/>
        </p:nvSpPr>
        <p:spPr>
          <a:xfrm>
            <a:off x="22099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9" name="Shape 776"/>
          <p:cNvSpPr/>
          <p:nvPr/>
        </p:nvSpPr>
        <p:spPr>
          <a:xfrm>
            <a:off x="23242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0" name="Shape 777"/>
          <p:cNvSpPr/>
          <p:nvPr/>
        </p:nvSpPr>
        <p:spPr>
          <a:xfrm>
            <a:off x="24385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1" name="Shape 778"/>
          <p:cNvSpPr/>
          <p:nvPr/>
        </p:nvSpPr>
        <p:spPr>
          <a:xfrm>
            <a:off x="25528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2" name="Shape 779"/>
          <p:cNvSpPr/>
          <p:nvPr/>
        </p:nvSpPr>
        <p:spPr>
          <a:xfrm>
            <a:off x="26671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3" name="Shape 780"/>
          <p:cNvSpPr/>
          <p:nvPr/>
        </p:nvSpPr>
        <p:spPr>
          <a:xfrm>
            <a:off x="27814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4" name="Shape 781"/>
          <p:cNvSpPr/>
          <p:nvPr/>
        </p:nvSpPr>
        <p:spPr>
          <a:xfrm>
            <a:off x="28957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5" name="Shape 782"/>
          <p:cNvSpPr/>
          <p:nvPr/>
        </p:nvSpPr>
        <p:spPr>
          <a:xfrm>
            <a:off x="30100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6" name="Shape 783"/>
          <p:cNvSpPr/>
          <p:nvPr/>
        </p:nvSpPr>
        <p:spPr>
          <a:xfrm>
            <a:off x="31243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7" name="Shape 784"/>
          <p:cNvSpPr/>
          <p:nvPr/>
        </p:nvSpPr>
        <p:spPr>
          <a:xfrm>
            <a:off x="32386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8" name="Shape 785"/>
          <p:cNvSpPr/>
          <p:nvPr/>
        </p:nvSpPr>
        <p:spPr>
          <a:xfrm>
            <a:off x="33529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9" name="Shape 786"/>
          <p:cNvSpPr/>
          <p:nvPr/>
        </p:nvSpPr>
        <p:spPr>
          <a:xfrm>
            <a:off x="34672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0" name="Shape 787"/>
          <p:cNvSpPr/>
          <p:nvPr/>
        </p:nvSpPr>
        <p:spPr>
          <a:xfrm>
            <a:off x="35815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1" name="Shape 788"/>
          <p:cNvSpPr/>
          <p:nvPr/>
        </p:nvSpPr>
        <p:spPr>
          <a:xfrm>
            <a:off x="36958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2" name="Shape 789"/>
          <p:cNvSpPr/>
          <p:nvPr/>
        </p:nvSpPr>
        <p:spPr>
          <a:xfrm>
            <a:off x="38101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3" name="Shape 790"/>
          <p:cNvSpPr/>
          <p:nvPr/>
        </p:nvSpPr>
        <p:spPr>
          <a:xfrm>
            <a:off x="39244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4" name="Shape 791"/>
          <p:cNvSpPr/>
          <p:nvPr/>
        </p:nvSpPr>
        <p:spPr>
          <a:xfrm>
            <a:off x="40387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5" name="Shape 792"/>
          <p:cNvSpPr/>
          <p:nvPr/>
        </p:nvSpPr>
        <p:spPr>
          <a:xfrm>
            <a:off x="41530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6" name="Shape 793"/>
          <p:cNvSpPr/>
          <p:nvPr/>
        </p:nvSpPr>
        <p:spPr>
          <a:xfrm>
            <a:off x="42673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7" name="Shape 794"/>
          <p:cNvSpPr/>
          <p:nvPr/>
        </p:nvSpPr>
        <p:spPr>
          <a:xfrm>
            <a:off x="43816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8" name="Shape 795"/>
          <p:cNvSpPr/>
          <p:nvPr/>
        </p:nvSpPr>
        <p:spPr>
          <a:xfrm>
            <a:off x="44959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9" name="Shape 796"/>
          <p:cNvSpPr/>
          <p:nvPr/>
        </p:nvSpPr>
        <p:spPr>
          <a:xfrm>
            <a:off x="46102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0" name="Shape 797"/>
          <p:cNvSpPr/>
          <p:nvPr/>
        </p:nvSpPr>
        <p:spPr>
          <a:xfrm>
            <a:off x="47245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1" name="Shape 798"/>
          <p:cNvSpPr/>
          <p:nvPr/>
        </p:nvSpPr>
        <p:spPr>
          <a:xfrm>
            <a:off x="48388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2" name="Shape 799"/>
          <p:cNvSpPr/>
          <p:nvPr/>
        </p:nvSpPr>
        <p:spPr>
          <a:xfrm>
            <a:off x="49531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3" name="Shape 800"/>
          <p:cNvSpPr/>
          <p:nvPr/>
        </p:nvSpPr>
        <p:spPr>
          <a:xfrm>
            <a:off x="50674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4" name="Shape 801"/>
          <p:cNvSpPr/>
          <p:nvPr/>
        </p:nvSpPr>
        <p:spPr>
          <a:xfrm>
            <a:off x="51817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5" name="Shape 802"/>
          <p:cNvSpPr/>
          <p:nvPr/>
        </p:nvSpPr>
        <p:spPr>
          <a:xfrm>
            <a:off x="52960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6" name="Shape 803"/>
          <p:cNvSpPr/>
          <p:nvPr/>
        </p:nvSpPr>
        <p:spPr>
          <a:xfrm>
            <a:off x="541036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7" name="Shape 804"/>
          <p:cNvSpPr/>
          <p:nvPr/>
        </p:nvSpPr>
        <p:spPr>
          <a:xfrm>
            <a:off x="9526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8" name="Shape 805"/>
          <p:cNvSpPr/>
          <p:nvPr/>
        </p:nvSpPr>
        <p:spPr>
          <a:xfrm>
            <a:off x="10669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9" name="Shape 806"/>
          <p:cNvSpPr/>
          <p:nvPr/>
        </p:nvSpPr>
        <p:spPr>
          <a:xfrm>
            <a:off x="11812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0" name="Shape 807"/>
          <p:cNvSpPr/>
          <p:nvPr/>
        </p:nvSpPr>
        <p:spPr>
          <a:xfrm>
            <a:off x="12955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1" name="Shape 808"/>
          <p:cNvSpPr/>
          <p:nvPr/>
        </p:nvSpPr>
        <p:spPr>
          <a:xfrm>
            <a:off x="14098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2" name="Shape 809"/>
          <p:cNvSpPr/>
          <p:nvPr/>
        </p:nvSpPr>
        <p:spPr>
          <a:xfrm>
            <a:off x="15241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3" name="Shape 810"/>
          <p:cNvSpPr/>
          <p:nvPr/>
        </p:nvSpPr>
        <p:spPr>
          <a:xfrm>
            <a:off x="16384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4" name="Shape 811"/>
          <p:cNvSpPr/>
          <p:nvPr/>
        </p:nvSpPr>
        <p:spPr>
          <a:xfrm>
            <a:off x="17527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5" name="Shape 812"/>
          <p:cNvSpPr/>
          <p:nvPr/>
        </p:nvSpPr>
        <p:spPr>
          <a:xfrm>
            <a:off x="18670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6" name="Shape 813"/>
          <p:cNvSpPr/>
          <p:nvPr/>
        </p:nvSpPr>
        <p:spPr>
          <a:xfrm>
            <a:off x="19813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7" name="Shape 814"/>
          <p:cNvSpPr/>
          <p:nvPr/>
        </p:nvSpPr>
        <p:spPr>
          <a:xfrm>
            <a:off x="20956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8" name="Shape 815"/>
          <p:cNvSpPr/>
          <p:nvPr/>
        </p:nvSpPr>
        <p:spPr>
          <a:xfrm>
            <a:off x="22099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9" name="Shape 816"/>
          <p:cNvSpPr/>
          <p:nvPr/>
        </p:nvSpPr>
        <p:spPr>
          <a:xfrm>
            <a:off x="23242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0" name="Shape 817"/>
          <p:cNvSpPr/>
          <p:nvPr/>
        </p:nvSpPr>
        <p:spPr>
          <a:xfrm>
            <a:off x="24385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1" name="Shape 818"/>
          <p:cNvSpPr/>
          <p:nvPr/>
        </p:nvSpPr>
        <p:spPr>
          <a:xfrm>
            <a:off x="25528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2" name="Shape 819"/>
          <p:cNvSpPr/>
          <p:nvPr/>
        </p:nvSpPr>
        <p:spPr>
          <a:xfrm>
            <a:off x="26671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3" name="Shape 820"/>
          <p:cNvSpPr/>
          <p:nvPr/>
        </p:nvSpPr>
        <p:spPr>
          <a:xfrm>
            <a:off x="27814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4" name="Shape 821"/>
          <p:cNvSpPr/>
          <p:nvPr/>
        </p:nvSpPr>
        <p:spPr>
          <a:xfrm>
            <a:off x="28957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5" name="Shape 822"/>
          <p:cNvSpPr/>
          <p:nvPr/>
        </p:nvSpPr>
        <p:spPr>
          <a:xfrm>
            <a:off x="30100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6" name="Shape 823"/>
          <p:cNvSpPr/>
          <p:nvPr/>
        </p:nvSpPr>
        <p:spPr>
          <a:xfrm>
            <a:off x="31243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7" name="Shape 824"/>
          <p:cNvSpPr/>
          <p:nvPr/>
        </p:nvSpPr>
        <p:spPr>
          <a:xfrm>
            <a:off x="32386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8" name="Shape 825"/>
          <p:cNvSpPr/>
          <p:nvPr/>
        </p:nvSpPr>
        <p:spPr>
          <a:xfrm>
            <a:off x="33529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9" name="Shape 826"/>
          <p:cNvSpPr/>
          <p:nvPr/>
        </p:nvSpPr>
        <p:spPr>
          <a:xfrm>
            <a:off x="34672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0" name="Shape 827"/>
          <p:cNvSpPr/>
          <p:nvPr/>
        </p:nvSpPr>
        <p:spPr>
          <a:xfrm>
            <a:off x="35815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1" name="Shape 828"/>
          <p:cNvSpPr/>
          <p:nvPr/>
        </p:nvSpPr>
        <p:spPr>
          <a:xfrm>
            <a:off x="36958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2" name="Shape 829"/>
          <p:cNvSpPr/>
          <p:nvPr/>
        </p:nvSpPr>
        <p:spPr>
          <a:xfrm>
            <a:off x="38101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3" name="Shape 830"/>
          <p:cNvSpPr/>
          <p:nvPr/>
        </p:nvSpPr>
        <p:spPr>
          <a:xfrm>
            <a:off x="39244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4" name="Shape 831"/>
          <p:cNvSpPr/>
          <p:nvPr/>
        </p:nvSpPr>
        <p:spPr>
          <a:xfrm>
            <a:off x="40387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5" name="Shape 832"/>
          <p:cNvSpPr/>
          <p:nvPr/>
        </p:nvSpPr>
        <p:spPr>
          <a:xfrm>
            <a:off x="41530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6" name="Shape 833"/>
          <p:cNvSpPr/>
          <p:nvPr/>
        </p:nvSpPr>
        <p:spPr>
          <a:xfrm>
            <a:off x="42673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7" name="Shape 834"/>
          <p:cNvSpPr/>
          <p:nvPr/>
        </p:nvSpPr>
        <p:spPr>
          <a:xfrm>
            <a:off x="43816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8" name="Shape 835"/>
          <p:cNvSpPr/>
          <p:nvPr/>
        </p:nvSpPr>
        <p:spPr>
          <a:xfrm>
            <a:off x="44959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9" name="Shape 836"/>
          <p:cNvSpPr/>
          <p:nvPr/>
        </p:nvSpPr>
        <p:spPr>
          <a:xfrm>
            <a:off x="46102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0" name="Shape 837"/>
          <p:cNvSpPr/>
          <p:nvPr/>
        </p:nvSpPr>
        <p:spPr>
          <a:xfrm>
            <a:off x="47245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1" name="Shape 838"/>
          <p:cNvSpPr/>
          <p:nvPr/>
        </p:nvSpPr>
        <p:spPr>
          <a:xfrm>
            <a:off x="48388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2" name="Shape 839"/>
          <p:cNvSpPr/>
          <p:nvPr/>
        </p:nvSpPr>
        <p:spPr>
          <a:xfrm>
            <a:off x="49531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3" name="Shape 840"/>
          <p:cNvSpPr/>
          <p:nvPr/>
        </p:nvSpPr>
        <p:spPr>
          <a:xfrm>
            <a:off x="50674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4" name="Shape 841"/>
          <p:cNvSpPr/>
          <p:nvPr/>
        </p:nvSpPr>
        <p:spPr>
          <a:xfrm>
            <a:off x="51817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5" name="Shape 842"/>
          <p:cNvSpPr/>
          <p:nvPr/>
        </p:nvSpPr>
        <p:spPr>
          <a:xfrm>
            <a:off x="52960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6" name="Shape 843"/>
          <p:cNvSpPr/>
          <p:nvPr/>
        </p:nvSpPr>
        <p:spPr>
          <a:xfrm>
            <a:off x="541036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7" name="Shape 844"/>
          <p:cNvSpPr/>
          <p:nvPr/>
        </p:nvSpPr>
        <p:spPr>
          <a:xfrm>
            <a:off x="9526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8" name="Shape 845"/>
          <p:cNvSpPr/>
          <p:nvPr/>
        </p:nvSpPr>
        <p:spPr>
          <a:xfrm>
            <a:off x="10669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9" name="Shape 846"/>
          <p:cNvSpPr/>
          <p:nvPr/>
        </p:nvSpPr>
        <p:spPr>
          <a:xfrm>
            <a:off x="11812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0" name="Shape 847"/>
          <p:cNvSpPr/>
          <p:nvPr/>
        </p:nvSpPr>
        <p:spPr>
          <a:xfrm>
            <a:off x="12955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1" name="Shape 848"/>
          <p:cNvSpPr/>
          <p:nvPr/>
        </p:nvSpPr>
        <p:spPr>
          <a:xfrm>
            <a:off x="14098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2" name="Shape 849"/>
          <p:cNvSpPr/>
          <p:nvPr/>
        </p:nvSpPr>
        <p:spPr>
          <a:xfrm>
            <a:off x="15241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3" name="Shape 850"/>
          <p:cNvSpPr/>
          <p:nvPr/>
        </p:nvSpPr>
        <p:spPr>
          <a:xfrm>
            <a:off x="16384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4" name="Shape 851"/>
          <p:cNvSpPr/>
          <p:nvPr/>
        </p:nvSpPr>
        <p:spPr>
          <a:xfrm>
            <a:off x="17527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5" name="Shape 852"/>
          <p:cNvSpPr/>
          <p:nvPr/>
        </p:nvSpPr>
        <p:spPr>
          <a:xfrm>
            <a:off x="18670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6" name="Shape 853"/>
          <p:cNvSpPr/>
          <p:nvPr/>
        </p:nvSpPr>
        <p:spPr>
          <a:xfrm>
            <a:off x="19813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7" name="Shape 854"/>
          <p:cNvSpPr/>
          <p:nvPr/>
        </p:nvSpPr>
        <p:spPr>
          <a:xfrm>
            <a:off x="20956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8" name="Shape 855"/>
          <p:cNvSpPr/>
          <p:nvPr/>
        </p:nvSpPr>
        <p:spPr>
          <a:xfrm>
            <a:off x="22099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9" name="Shape 856"/>
          <p:cNvSpPr/>
          <p:nvPr/>
        </p:nvSpPr>
        <p:spPr>
          <a:xfrm>
            <a:off x="23242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0" name="Shape 857"/>
          <p:cNvSpPr/>
          <p:nvPr/>
        </p:nvSpPr>
        <p:spPr>
          <a:xfrm>
            <a:off x="24385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1" name="Shape 858"/>
          <p:cNvSpPr/>
          <p:nvPr/>
        </p:nvSpPr>
        <p:spPr>
          <a:xfrm>
            <a:off x="25528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2" name="Shape 859"/>
          <p:cNvSpPr/>
          <p:nvPr/>
        </p:nvSpPr>
        <p:spPr>
          <a:xfrm>
            <a:off x="26671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3" name="Shape 860"/>
          <p:cNvSpPr/>
          <p:nvPr/>
        </p:nvSpPr>
        <p:spPr>
          <a:xfrm>
            <a:off x="27814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4" name="Shape 861"/>
          <p:cNvSpPr/>
          <p:nvPr/>
        </p:nvSpPr>
        <p:spPr>
          <a:xfrm>
            <a:off x="28957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5" name="Shape 862"/>
          <p:cNvSpPr/>
          <p:nvPr/>
        </p:nvSpPr>
        <p:spPr>
          <a:xfrm>
            <a:off x="30100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6" name="Shape 863"/>
          <p:cNvSpPr/>
          <p:nvPr/>
        </p:nvSpPr>
        <p:spPr>
          <a:xfrm>
            <a:off x="31243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7" name="Shape 864"/>
          <p:cNvSpPr/>
          <p:nvPr/>
        </p:nvSpPr>
        <p:spPr>
          <a:xfrm>
            <a:off x="32386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8" name="Shape 865"/>
          <p:cNvSpPr/>
          <p:nvPr/>
        </p:nvSpPr>
        <p:spPr>
          <a:xfrm>
            <a:off x="33529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9" name="Shape 866"/>
          <p:cNvSpPr/>
          <p:nvPr/>
        </p:nvSpPr>
        <p:spPr>
          <a:xfrm>
            <a:off x="34672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0" name="Shape 867"/>
          <p:cNvSpPr/>
          <p:nvPr/>
        </p:nvSpPr>
        <p:spPr>
          <a:xfrm>
            <a:off x="35815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1" name="Shape 868"/>
          <p:cNvSpPr/>
          <p:nvPr/>
        </p:nvSpPr>
        <p:spPr>
          <a:xfrm>
            <a:off x="36958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2" name="Shape 869"/>
          <p:cNvSpPr/>
          <p:nvPr/>
        </p:nvSpPr>
        <p:spPr>
          <a:xfrm>
            <a:off x="38101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3" name="Shape 870"/>
          <p:cNvSpPr/>
          <p:nvPr/>
        </p:nvSpPr>
        <p:spPr>
          <a:xfrm>
            <a:off x="39244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4" name="Shape 871"/>
          <p:cNvSpPr/>
          <p:nvPr/>
        </p:nvSpPr>
        <p:spPr>
          <a:xfrm>
            <a:off x="40387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5" name="Shape 872"/>
          <p:cNvSpPr/>
          <p:nvPr/>
        </p:nvSpPr>
        <p:spPr>
          <a:xfrm>
            <a:off x="41530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6" name="Shape 873"/>
          <p:cNvSpPr/>
          <p:nvPr/>
        </p:nvSpPr>
        <p:spPr>
          <a:xfrm>
            <a:off x="42673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7" name="Shape 874"/>
          <p:cNvSpPr/>
          <p:nvPr/>
        </p:nvSpPr>
        <p:spPr>
          <a:xfrm>
            <a:off x="43816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8" name="Shape 875"/>
          <p:cNvSpPr/>
          <p:nvPr/>
        </p:nvSpPr>
        <p:spPr>
          <a:xfrm>
            <a:off x="44959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9" name="Shape 876"/>
          <p:cNvSpPr/>
          <p:nvPr/>
        </p:nvSpPr>
        <p:spPr>
          <a:xfrm>
            <a:off x="46102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0" name="Shape 877"/>
          <p:cNvSpPr/>
          <p:nvPr/>
        </p:nvSpPr>
        <p:spPr>
          <a:xfrm>
            <a:off x="47245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1" name="Shape 878"/>
          <p:cNvSpPr/>
          <p:nvPr/>
        </p:nvSpPr>
        <p:spPr>
          <a:xfrm>
            <a:off x="48388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2" name="Shape 879"/>
          <p:cNvSpPr/>
          <p:nvPr/>
        </p:nvSpPr>
        <p:spPr>
          <a:xfrm>
            <a:off x="49531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3" name="Shape 880"/>
          <p:cNvSpPr/>
          <p:nvPr/>
        </p:nvSpPr>
        <p:spPr>
          <a:xfrm>
            <a:off x="50674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4" name="Shape 881"/>
          <p:cNvSpPr/>
          <p:nvPr/>
        </p:nvSpPr>
        <p:spPr>
          <a:xfrm>
            <a:off x="51817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5" name="Shape 882"/>
          <p:cNvSpPr/>
          <p:nvPr/>
        </p:nvSpPr>
        <p:spPr>
          <a:xfrm>
            <a:off x="52960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6" name="Shape 883"/>
          <p:cNvSpPr/>
          <p:nvPr/>
        </p:nvSpPr>
        <p:spPr>
          <a:xfrm>
            <a:off x="541036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7" name="Shape 884"/>
          <p:cNvSpPr/>
          <p:nvPr/>
        </p:nvSpPr>
        <p:spPr>
          <a:xfrm>
            <a:off x="9526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8" name="Shape 885"/>
          <p:cNvSpPr/>
          <p:nvPr/>
        </p:nvSpPr>
        <p:spPr>
          <a:xfrm>
            <a:off x="10669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9" name="Shape 886"/>
          <p:cNvSpPr/>
          <p:nvPr/>
        </p:nvSpPr>
        <p:spPr>
          <a:xfrm>
            <a:off x="11812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0" name="Shape 887"/>
          <p:cNvSpPr/>
          <p:nvPr/>
        </p:nvSpPr>
        <p:spPr>
          <a:xfrm>
            <a:off x="12955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1" name="Shape 888"/>
          <p:cNvSpPr/>
          <p:nvPr/>
        </p:nvSpPr>
        <p:spPr>
          <a:xfrm>
            <a:off x="14098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2" name="Shape 889"/>
          <p:cNvSpPr/>
          <p:nvPr/>
        </p:nvSpPr>
        <p:spPr>
          <a:xfrm>
            <a:off x="15241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3" name="Shape 890"/>
          <p:cNvSpPr/>
          <p:nvPr/>
        </p:nvSpPr>
        <p:spPr>
          <a:xfrm>
            <a:off x="16384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4" name="Shape 891"/>
          <p:cNvSpPr/>
          <p:nvPr/>
        </p:nvSpPr>
        <p:spPr>
          <a:xfrm>
            <a:off x="17527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5" name="Shape 892"/>
          <p:cNvSpPr/>
          <p:nvPr/>
        </p:nvSpPr>
        <p:spPr>
          <a:xfrm>
            <a:off x="18670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6" name="Shape 893"/>
          <p:cNvSpPr/>
          <p:nvPr/>
        </p:nvSpPr>
        <p:spPr>
          <a:xfrm>
            <a:off x="19813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7" name="Shape 894"/>
          <p:cNvSpPr/>
          <p:nvPr/>
        </p:nvSpPr>
        <p:spPr>
          <a:xfrm>
            <a:off x="20956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8" name="Shape 895"/>
          <p:cNvSpPr/>
          <p:nvPr/>
        </p:nvSpPr>
        <p:spPr>
          <a:xfrm>
            <a:off x="22099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9" name="Shape 896"/>
          <p:cNvSpPr/>
          <p:nvPr/>
        </p:nvSpPr>
        <p:spPr>
          <a:xfrm>
            <a:off x="23242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0" name="Shape 897"/>
          <p:cNvSpPr/>
          <p:nvPr/>
        </p:nvSpPr>
        <p:spPr>
          <a:xfrm>
            <a:off x="24385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1" name="Shape 898"/>
          <p:cNvSpPr/>
          <p:nvPr/>
        </p:nvSpPr>
        <p:spPr>
          <a:xfrm>
            <a:off x="25528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2" name="Shape 899"/>
          <p:cNvSpPr/>
          <p:nvPr/>
        </p:nvSpPr>
        <p:spPr>
          <a:xfrm>
            <a:off x="26671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3" name="Shape 900"/>
          <p:cNvSpPr/>
          <p:nvPr/>
        </p:nvSpPr>
        <p:spPr>
          <a:xfrm>
            <a:off x="27814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4" name="Shape 901"/>
          <p:cNvSpPr/>
          <p:nvPr/>
        </p:nvSpPr>
        <p:spPr>
          <a:xfrm>
            <a:off x="28957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5" name="Shape 902"/>
          <p:cNvSpPr/>
          <p:nvPr/>
        </p:nvSpPr>
        <p:spPr>
          <a:xfrm>
            <a:off x="30100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6" name="Shape 903"/>
          <p:cNvSpPr/>
          <p:nvPr/>
        </p:nvSpPr>
        <p:spPr>
          <a:xfrm>
            <a:off x="31243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7" name="Shape 904"/>
          <p:cNvSpPr/>
          <p:nvPr/>
        </p:nvSpPr>
        <p:spPr>
          <a:xfrm>
            <a:off x="32386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8" name="Shape 905"/>
          <p:cNvSpPr/>
          <p:nvPr/>
        </p:nvSpPr>
        <p:spPr>
          <a:xfrm>
            <a:off x="33529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9" name="Shape 906"/>
          <p:cNvSpPr/>
          <p:nvPr/>
        </p:nvSpPr>
        <p:spPr>
          <a:xfrm>
            <a:off x="34672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0" name="Shape 907"/>
          <p:cNvSpPr/>
          <p:nvPr/>
        </p:nvSpPr>
        <p:spPr>
          <a:xfrm>
            <a:off x="35815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1" name="Shape 908"/>
          <p:cNvSpPr/>
          <p:nvPr/>
        </p:nvSpPr>
        <p:spPr>
          <a:xfrm>
            <a:off x="36958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2" name="Shape 909"/>
          <p:cNvSpPr/>
          <p:nvPr/>
        </p:nvSpPr>
        <p:spPr>
          <a:xfrm>
            <a:off x="38101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3" name="Shape 910"/>
          <p:cNvSpPr/>
          <p:nvPr/>
        </p:nvSpPr>
        <p:spPr>
          <a:xfrm>
            <a:off x="39244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4" name="Shape 911"/>
          <p:cNvSpPr/>
          <p:nvPr/>
        </p:nvSpPr>
        <p:spPr>
          <a:xfrm>
            <a:off x="40387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5" name="Shape 912"/>
          <p:cNvSpPr/>
          <p:nvPr/>
        </p:nvSpPr>
        <p:spPr>
          <a:xfrm>
            <a:off x="41530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6" name="Shape 913"/>
          <p:cNvSpPr/>
          <p:nvPr/>
        </p:nvSpPr>
        <p:spPr>
          <a:xfrm>
            <a:off x="42673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7" name="Shape 914"/>
          <p:cNvSpPr/>
          <p:nvPr/>
        </p:nvSpPr>
        <p:spPr>
          <a:xfrm>
            <a:off x="43816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8" name="Shape 915"/>
          <p:cNvSpPr/>
          <p:nvPr/>
        </p:nvSpPr>
        <p:spPr>
          <a:xfrm>
            <a:off x="44959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9" name="Shape 916"/>
          <p:cNvSpPr/>
          <p:nvPr/>
        </p:nvSpPr>
        <p:spPr>
          <a:xfrm>
            <a:off x="46102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0" name="Shape 917"/>
          <p:cNvSpPr/>
          <p:nvPr/>
        </p:nvSpPr>
        <p:spPr>
          <a:xfrm>
            <a:off x="47245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1" name="Shape 918"/>
          <p:cNvSpPr/>
          <p:nvPr/>
        </p:nvSpPr>
        <p:spPr>
          <a:xfrm>
            <a:off x="48388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2" name="Shape 919"/>
          <p:cNvSpPr/>
          <p:nvPr/>
        </p:nvSpPr>
        <p:spPr>
          <a:xfrm>
            <a:off x="49531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3" name="Shape 920"/>
          <p:cNvSpPr/>
          <p:nvPr/>
        </p:nvSpPr>
        <p:spPr>
          <a:xfrm>
            <a:off x="50674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4" name="Shape 921"/>
          <p:cNvSpPr/>
          <p:nvPr/>
        </p:nvSpPr>
        <p:spPr>
          <a:xfrm>
            <a:off x="51817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5" name="Shape 922"/>
          <p:cNvSpPr/>
          <p:nvPr/>
        </p:nvSpPr>
        <p:spPr>
          <a:xfrm>
            <a:off x="52960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6" name="Shape 923"/>
          <p:cNvSpPr/>
          <p:nvPr/>
        </p:nvSpPr>
        <p:spPr>
          <a:xfrm>
            <a:off x="541036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7" name="Shape 924"/>
          <p:cNvSpPr/>
          <p:nvPr/>
        </p:nvSpPr>
        <p:spPr>
          <a:xfrm>
            <a:off x="9526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8" name="Shape 925"/>
          <p:cNvSpPr/>
          <p:nvPr/>
        </p:nvSpPr>
        <p:spPr>
          <a:xfrm>
            <a:off x="10669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9" name="Shape 926"/>
          <p:cNvSpPr/>
          <p:nvPr/>
        </p:nvSpPr>
        <p:spPr>
          <a:xfrm>
            <a:off x="11812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0" name="Shape 927"/>
          <p:cNvSpPr/>
          <p:nvPr/>
        </p:nvSpPr>
        <p:spPr>
          <a:xfrm>
            <a:off x="12955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1" name="Shape 928"/>
          <p:cNvSpPr/>
          <p:nvPr/>
        </p:nvSpPr>
        <p:spPr>
          <a:xfrm>
            <a:off x="14098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2" name="Shape 929"/>
          <p:cNvSpPr/>
          <p:nvPr/>
        </p:nvSpPr>
        <p:spPr>
          <a:xfrm>
            <a:off x="15241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3" name="Shape 930"/>
          <p:cNvSpPr/>
          <p:nvPr/>
        </p:nvSpPr>
        <p:spPr>
          <a:xfrm>
            <a:off x="16384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4" name="Shape 931"/>
          <p:cNvSpPr/>
          <p:nvPr/>
        </p:nvSpPr>
        <p:spPr>
          <a:xfrm>
            <a:off x="17527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5" name="Shape 932"/>
          <p:cNvSpPr/>
          <p:nvPr/>
        </p:nvSpPr>
        <p:spPr>
          <a:xfrm>
            <a:off x="18670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6" name="Shape 933"/>
          <p:cNvSpPr/>
          <p:nvPr/>
        </p:nvSpPr>
        <p:spPr>
          <a:xfrm>
            <a:off x="19813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7" name="Shape 934"/>
          <p:cNvSpPr/>
          <p:nvPr/>
        </p:nvSpPr>
        <p:spPr>
          <a:xfrm>
            <a:off x="20956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8" name="Shape 935"/>
          <p:cNvSpPr/>
          <p:nvPr/>
        </p:nvSpPr>
        <p:spPr>
          <a:xfrm>
            <a:off x="22099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9" name="Shape 936"/>
          <p:cNvSpPr/>
          <p:nvPr/>
        </p:nvSpPr>
        <p:spPr>
          <a:xfrm>
            <a:off x="23242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0" name="Shape 937"/>
          <p:cNvSpPr/>
          <p:nvPr/>
        </p:nvSpPr>
        <p:spPr>
          <a:xfrm>
            <a:off x="24385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1" name="Shape 938"/>
          <p:cNvSpPr/>
          <p:nvPr/>
        </p:nvSpPr>
        <p:spPr>
          <a:xfrm>
            <a:off x="25528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2" name="Shape 939"/>
          <p:cNvSpPr/>
          <p:nvPr/>
        </p:nvSpPr>
        <p:spPr>
          <a:xfrm>
            <a:off x="26671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3" name="Shape 940"/>
          <p:cNvSpPr/>
          <p:nvPr/>
        </p:nvSpPr>
        <p:spPr>
          <a:xfrm>
            <a:off x="27814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4" name="Shape 941"/>
          <p:cNvSpPr/>
          <p:nvPr/>
        </p:nvSpPr>
        <p:spPr>
          <a:xfrm>
            <a:off x="28957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5" name="Shape 942"/>
          <p:cNvSpPr/>
          <p:nvPr/>
        </p:nvSpPr>
        <p:spPr>
          <a:xfrm>
            <a:off x="30100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6" name="Shape 943"/>
          <p:cNvSpPr/>
          <p:nvPr/>
        </p:nvSpPr>
        <p:spPr>
          <a:xfrm>
            <a:off x="31243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7" name="Shape 944"/>
          <p:cNvSpPr/>
          <p:nvPr/>
        </p:nvSpPr>
        <p:spPr>
          <a:xfrm>
            <a:off x="32386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8" name="Shape 945"/>
          <p:cNvSpPr/>
          <p:nvPr/>
        </p:nvSpPr>
        <p:spPr>
          <a:xfrm>
            <a:off x="33529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9" name="Shape 946"/>
          <p:cNvSpPr/>
          <p:nvPr/>
        </p:nvSpPr>
        <p:spPr>
          <a:xfrm>
            <a:off x="34672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0" name="Shape 947"/>
          <p:cNvSpPr/>
          <p:nvPr/>
        </p:nvSpPr>
        <p:spPr>
          <a:xfrm>
            <a:off x="35815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1" name="Shape 948"/>
          <p:cNvSpPr/>
          <p:nvPr/>
        </p:nvSpPr>
        <p:spPr>
          <a:xfrm>
            <a:off x="36958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2" name="Shape 949"/>
          <p:cNvSpPr/>
          <p:nvPr/>
        </p:nvSpPr>
        <p:spPr>
          <a:xfrm>
            <a:off x="38101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3" name="Shape 950"/>
          <p:cNvSpPr/>
          <p:nvPr/>
        </p:nvSpPr>
        <p:spPr>
          <a:xfrm>
            <a:off x="39244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4" name="Shape 951"/>
          <p:cNvSpPr/>
          <p:nvPr/>
        </p:nvSpPr>
        <p:spPr>
          <a:xfrm>
            <a:off x="40387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5" name="Shape 952"/>
          <p:cNvSpPr/>
          <p:nvPr/>
        </p:nvSpPr>
        <p:spPr>
          <a:xfrm>
            <a:off x="41530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6" name="Shape 953"/>
          <p:cNvSpPr/>
          <p:nvPr/>
        </p:nvSpPr>
        <p:spPr>
          <a:xfrm>
            <a:off x="42673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7" name="Shape 954"/>
          <p:cNvSpPr/>
          <p:nvPr/>
        </p:nvSpPr>
        <p:spPr>
          <a:xfrm>
            <a:off x="43816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8" name="Shape 955"/>
          <p:cNvSpPr/>
          <p:nvPr/>
        </p:nvSpPr>
        <p:spPr>
          <a:xfrm>
            <a:off x="44959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9" name="Shape 956"/>
          <p:cNvSpPr/>
          <p:nvPr/>
        </p:nvSpPr>
        <p:spPr>
          <a:xfrm>
            <a:off x="46102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0" name="Shape 957"/>
          <p:cNvSpPr/>
          <p:nvPr/>
        </p:nvSpPr>
        <p:spPr>
          <a:xfrm>
            <a:off x="47245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1" name="Shape 958"/>
          <p:cNvSpPr/>
          <p:nvPr/>
        </p:nvSpPr>
        <p:spPr>
          <a:xfrm>
            <a:off x="48388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2" name="Shape 959"/>
          <p:cNvSpPr/>
          <p:nvPr/>
        </p:nvSpPr>
        <p:spPr>
          <a:xfrm>
            <a:off x="49531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3" name="Shape 960"/>
          <p:cNvSpPr/>
          <p:nvPr/>
        </p:nvSpPr>
        <p:spPr>
          <a:xfrm>
            <a:off x="50674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4" name="Shape 961"/>
          <p:cNvSpPr/>
          <p:nvPr/>
        </p:nvSpPr>
        <p:spPr>
          <a:xfrm>
            <a:off x="51817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5" name="Shape 962"/>
          <p:cNvSpPr/>
          <p:nvPr/>
        </p:nvSpPr>
        <p:spPr>
          <a:xfrm>
            <a:off x="52960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6" name="Shape 963"/>
          <p:cNvSpPr/>
          <p:nvPr/>
        </p:nvSpPr>
        <p:spPr>
          <a:xfrm>
            <a:off x="541036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7" name="Shape 964"/>
          <p:cNvSpPr/>
          <p:nvPr/>
        </p:nvSpPr>
        <p:spPr>
          <a:xfrm>
            <a:off x="9526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8" name="Shape 965"/>
          <p:cNvSpPr/>
          <p:nvPr/>
        </p:nvSpPr>
        <p:spPr>
          <a:xfrm>
            <a:off x="10669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9" name="Shape 966"/>
          <p:cNvSpPr/>
          <p:nvPr/>
        </p:nvSpPr>
        <p:spPr>
          <a:xfrm>
            <a:off x="11812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0" name="Shape 967"/>
          <p:cNvSpPr/>
          <p:nvPr/>
        </p:nvSpPr>
        <p:spPr>
          <a:xfrm>
            <a:off x="12955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1" name="Shape 968"/>
          <p:cNvSpPr/>
          <p:nvPr/>
        </p:nvSpPr>
        <p:spPr>
          <a:xfrm>
            <a:off x="14098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2" name="Shape 969"/>
          <p:cNvSpPr/>
          <p:nvPr/>
        </p:nvSpPr>
        <p:spPr>
          <a:xfrm>
            <a:off x="15241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3" name="Shape 970"/>
          <p:cNvSpPr/>
          <p:nvPr/>
        </p:nvSpPr>
        <p:spPr>
          <a:xfrm>
            <a:off x="16384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4" name="Shape 971"/>
          <p:cNvSpPr/>
          <p:nvPr/>
        </p:nvSpPr>
        <p:spPr>
          <a:xfrm>
            <a:off x="17527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5" name="Shape 972"/>
          <p:cNvSpPr/>
          <p:nvPr/>
        </p:nvSpPr>
        <p:spPr>
          <a:xfrm>
            <a:off x="18670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6" name="Shape 973"/>
          <p:cNvSpPr/>
          <p:nvPr/>
        </p:nvSpPr>
        <p:spPr>
          <a:xfrm>
            <a:off x="19813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7" name="Shape 974"/>
          <p:cNvSpPr/>
          <p:nvPr/>
        </p:nvSpPr>
        <p:spPr>
          <a:xfrm>
            <a:off x="20956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8" name="Shape 975"/>
          <p:cNvSpPr/>
          <p:nvPr/>
        </p:nvSpPr>
        <p:spPr>
          <a:xfrm>
            <a:off x="22099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9" name="Shape 976"/>
          <p:cNvSpPr/>
          <p:nvPr/>
        </p:nvSpPr>
        <p:spPr>
          <a:xfrm>
            <a:off x="23242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0" name="Shape 977"/>
          <p:cNvSpPr/>
          <p:nvPr/>
        </p:nvSpPr>
        <p:spPr>
          <a:xfrm>
            <a:off x="24385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1" name="Shape 978"/>
          <p:cNvSpPr/>
          <p:nvPr/>
        </p:nvSpPr>
        <p:spPr>
          <a:xfrm>
            <a:off x="25528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2" name="Shape 979"/>
          <p:cNvSpPr/>
          <p:nvPr/>
        </p:nvSpPr>
        <p:spPr>
          <a:xfrm>
            <a:off x="26671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3" name="Shape 980"/>
          <p:cNvSpPr/>
          <p:nvPr/>
        </p:nvSpPr>
        <p:spPr>
          <a:xfrm>
            <a:off x="27814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4" name="Shape 981"/>
          <p:cNvSpPr/>
          <p:nvPr/>
        </p:nvSpPr>
        <p:spPr>
          <a:xfrm>
            <a:off x="28957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5" name="Shape 982"/>
          <p:cNvSpPr/>
          <p:nvPr/>
        </p:nvSpPr>
        <p:spPr>
          <a:xfrm>
            <a:off x="30100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6" name="Shape 983"/>
          <p:cNvSpPr/>
          <p:nvPr/>
        </p:nvSpPr>
        <p:spPr>
          <a:xfrm>
            <a:off x="31243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7" name="Shape 984"/>
          <p:cNvSpPr/>
          <p:nvPr/>
        </p:nvSpPr>
        <p:spPr>
          <a:xfrm>
            <a:off x="32386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8" name="Shape 985"/>
          <p:cNvSpPr/>
          <p:nvPr/>
        </p:nvSpPr>
        <p:spPr>
          <a:xfrm>
            <a:off x="33529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9" name="Shape 986"/>
          <p:cNvSpPr/>
          <p:nvPr/>
        </p:nvSpPr>
        <p:spPr>
          <a:xfrm>
            <a:off x="34672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0" name="Shape 987"/>
          <p:cNvSpPr/>
          <p:nvPr/>
        </p:nvSpPr>
        <p:spPr>
          <a:xfrm>
            <a:off x="35815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1" name="Shape 988"/>
          <p:cNvSpPr/>
          <p:nvPr/>
        </p:nvSpPr>
        <p:spPr>
          <a:xfrm>
            <a:off x="36958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2" name="Shape 989"/>
          <p:cNvSpPr/>
          <p:nvPr/>
        </p:nvSpPr>
        <p:spPr>
          <a:xfrm>
            <a:off x="38101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3" name="Shape 990"/>
          <p:cNvSpPr/>
          <p:nvPr/>
        </p:nvSpPr>
        <p:spPr>
          <a:xfrm>
            <a:off x="39244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4" name="Shape 991"/>
          <p:cNvSpPr/>
          <p:nvPr/>
        </p:nvSpPr>
        <p:spPr>
          <a:xfrm>
            <a:off x="40387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5" name="Shape 992"/>
          <p:cNvSpPr/>
          <p:nvPr/>
        </p:nvSpPr>
        <p:spPr>
          <a:xfrm>
            <a:off x="41530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6" name="Shape 993"/>
          <p:cNvSpPr/>
          <p:nvPr/>
        </p:nvSpPr>
        <p:spPr>
          <a:xfrm>
            <a:off x="42673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7" name="Shape 994"/>
          <p:cNvSpPr/>
          <p:nvPr/>
        </p:nvSpPr>
        <p:spPr>
          <a:xfrm>
            <a:off x="43816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8" name="Shape 995"/>
          <p:cNvSpPr/>
          <p:nvPr/>
        </p:nvSpPr>
        <p:spPr>
          <a:xfrm>
            <a:off x="44959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9" name="Shape 996"/>
          <p:cNvSpPr/>
          <p:nvPr/>
        </p:nvSpPr>
        <p:spPr>
          <a:xfrm>
            <a:off x="46102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0" name="Shape 997"/>
          <p:cNvSpPr/>
          <p:nvPr/>
        </p:nvSpPr>
        <p:spPr>
          <a:xfrm>
            <a:off x="47245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1" name="Shape 998"/>
          <p:cNvSpPr/>
          <p:nvPr/>
        </p:nvSpPr>
        <p:spPr>
          <a:xfrm>
            <a:off x="48388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2" name="Shape 999"/>
          <p:cNvSpPr/>
          <p:nvPr/>
        </p:nvSpPr>
        <p:spPr>
          <a:xfrm>
            <a:off x="49531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3" name="Shape 1000"/>
          <p:cNvSpPr/>
          <p:nvPr/>
        </p:nvSpPr>
        <p:spPr>
          <a:xfrm>
            <a:off x="50674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4" name="Shape 1001"/>
          <p:cNvSpPr/>
          <p:nvPr/>
        </p:nvSpPr>
        <p:spPr>
          <a:xfrm>
            <a:off x="51817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5" name="Shape 1002"/>
          <p:cNvSpPr/>
          <p:nvPr/>
        </p:nvSpPr>
        <p:spPr>
          <a:xfrm>
            <a:off x="52960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6" name="Shape 1003"/>
          <p:cNvSpPr/>
          <p:nvPr/>
        </p:nvSpPr>
        <p:spPr>
          <a:xfrm>
            <a:off x="541036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7" name="Shape 1004"/>
          <p:cNvSpPr/>
          <p:nvPr/>
        </p:nvSpPr>
        <p:spPr>
          <a:xfrm>
            <a:off x="67133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8" name="Shape 1005"/>
          <p:cNvSpPr/>
          <p:nvPr/>
        </p:nvSpPr>
        <p:spPr>
          <a:xfrm>
            <a:off x="68276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9" name="Shape 1006"/>
          <p:cNvSpPr/>
          <p:nvPr/>
        </p:nvSpPr>
        <p:spPr>
          <a:xfrm>
            <a:off x="69419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0" name="Shape 1007"/>
          <p:cNvSpPr/>
          <p:nvPr/>
        </p:nvSpPr>
        <p:spPr>
          <a:xfrm>
            <a:off x="70562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1" name="Shape 1008"/>
          <p:cNvSpPr/>
          <p:nvPr/>
        </p:nvSpPr>
        <p:spPr>
          <a:xfrm>
            <a:off x="71705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2" name="Shape 1009"/>
          <p:cNvSpPr/>
          <p:nvPr/>
        </p:nvSpPr>
        <p:spPr>
          <a:xfrm>
            <a:off x="72848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3" name="Shape 1010"/>
          <p:cNvSpPr/>
          <p:nvPr/>
        </p:nvSpPr>
        <p:spPr>
          <a:xfrm>
            <a:off x="73991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4" name="Shape 1011"/>
          <p:cNvSpPr/>
          <p:nvPr/>
        </p:nvSpPr>
        <p:spPr>
          <a:xfrm>
            <a:off x="75134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5" name="Shape 1012"/>
          <p:cNvSpPr/>
          <p:nvPr/>
        </p:nvSpPr>
        <p:spPr>
          <a:xfrm>
            <a:off x="76277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6" name="Shape 1013"/>
          <p:cNvSpPr/>
          <p:nvPr/>
        </p:nvSpPr>
        <p:spPr>
          <a:xfrm>
            <a:off x="77420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7" name="Shape 1014"/>
          <p:cNvSpPr/>
          <p:nvPr/>
        </p:nvSpPr>
        <p:spPr>
          <a:xfrm>
            <a:off x="78563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8" name="Shape 1015"/>
          <p:cNvSpPr/>
          <p:nvPr/>
        </p:nvSpPr>
        <p:spPr>
          <a:xfrm>
            <a:off x="79706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9" name="Shape 1016"/>
          <p:cNvSpPr/>
          <p:nvPr/>
        </p:nvSpPr>
        <p:spPr>
          <a:xfrm>
            <a:off x="80849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0" name="Shape 1017"/>
          <p:cNvSpPr/>
          <p:nvPr/>
        </p:nvSpPr>
        <p:spPr>
          <a:xfrm>
            <a:off x="81992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1" name="Shape 1018"/>
          <p:cNvSpPr/>
          <p:nvPr/>
        </p:nvSpPr>
        <p:spPr>
          <a:xfrm>
            <a:off x="83135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2" name="Shape 1019"/>
          <p:cNvSpPr/>
          <p:nvPr/>
        </p:nvSpPr>
        <p:spPr>
          <a:xfrm>
            <a:off x="84278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3" name="Shape 1020"/>
          <p:cNvSpPr/>
          <p:nvPr/>
        </p:nvSpPr>
        <p:spPr>
          <a:xfrm>
            <a:off x="85421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4" name="Shape 1021"/>
          <p:cNvSpPr/>
          <p:nvPr/>
        </p:nvSpPr>
        <p:spPr>
          <a:xfrm>
            <a:off x="86564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5" name="Shape 1022"/>
          <p:cNvSpPr/>
          <p:nvPr/>
        </p:nvSpPr>
        <p:spPr>
          <a:xfrm>
            <a:off x="8770789" y="2299672"/>
            <a:ext cx="37761" cy="37761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6" name="Shape 1023"/>
          <p:cNvSpPr/>
          <p:nvPr/>
        </p:nvSpPr>
        <p:spPr>
          <a:xfrm>
            <a:off x="88850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7" name="Shape 1024"/>
          <p:cNvSpPr/>
          <p:nvPr/>
        </p:nvSpPr>
        <p:spPr>
          <a:xfrm>
            <a:off x="89993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8" name="Shape 1025"/>
          <p:cNvSpPr/>
          <p:nvPr/>
        </p:nvSpPr>
        <p:spPr>
          <a:xfrm>
            <a:off x="91136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9" name="Shape 1026"/>
          <p:cNvSpPr/>
          <p:nvPr/>
        </p:nvSpPr>
        <p:spPr>
          <a:xfrm>
            <a:off x="92279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0" name="Shape 1027"/>
          <p:cNvSpPr/>
          <p:nvPr/>
        </p:nvSpPr>
        <p:spPr>
          <a:xfrm>
            <a:off x="93422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1" name="Shape 1028"/>
          <p:cNvSpPr/>
          <p:nvPr/>
        </p:nvSpPr>
        <p:spPr>
          <a:xfrm>
            <a:off x="94565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2" name="Shape 1029"/>
          <p:cNvSpPr/>
          <p:nvPr/>
        </p:nvSpPr>
        <p:spPr>
          <a:xfrm>
            <a:off x="95708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3" name="Shape 1030"/>
          <p:cNvSpPr/>
          <p:nvPr/>
        </p:nvSpPr>
        <p:spPr>
          <a:xfrm>
            <a:off x="96851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4" name="Shape 1031"/>
          <p:cNvSpPr/>
          <p:nvPr/>
        </p:nvSpPr>
        <p:spPr>
          <a:xfrm>
            <a:off x="97994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5" name="Shape 1032"/>
          <p:cNvSpPr/>
          <p:nvPr/>
        </p:nvSpPr>
        <p:spPr>
          <a:xfrm>
            <a:off x="99137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6" name="Shape 1033"/>
          <p:cNvSpPr/>
          <p:nvPr/>
        </p:nvSpPr>
        <p:spPr>
          <a:xfrm>
            <a:off x="100280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7" name="Shape 1034"/>
          <p:cNvSpPr/>
          <p:nvPr/>
        </p:nvSpPr>
        <p:spPr>
          <a:xfrm>
            <a:off x="101423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8" name="Shape 1035"/>
          <p:cNvSpPr/>
          <p:nvPr/>
        </p:nvSpPr>
        <p:spPr>
          <a:xfrm>
            <a:off x="102566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9" name="Shape 1036"/>
          <p:cNvSpPr/>
          <p:nvPr/>
        </p:nvSpPr>
        <p:spPr>
          <a:xfrm>
            <a:off x="103709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0" name="Shape 1037"/>
          <p:cNvSpPr/>
          <p:nvPr/>
        </p:nvSpPr>
        <p:spPr>
          <a:xfrm>
            <a:off x="104852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1" name="Shape 1038"/>
          <p:cNvSpPr/>
          <p:nvPr/>
        </p:nvSpPr>
        <p:spPr>
          <a:xfrm>
            <a:off x="105995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2" name="Shape 1039"/>
          <p:cNvSpPr/>
          <p:nvPr/>
        </p:nvSpPr>
        <p:spPr>
          <a:xfrm>
            <a:off x="107138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3" name="Shape 1040"/>
          <p:cNvSpPr/>
          <p:nvPr/>
        </p:nvSpPr>
        <p:spPr>
          <a:xfrm>
            <a:off x="108281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4" name="Shape 1041"/>
          <p:cNvSpPr/>
          <p:nvPr/>
        </p:nvSpPr>
        <p:spPr>
          <a:xfrm>
            <a:off x="109424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5" name="Shape 1042"/>
          <p:cNvSpPr/>
          <p:nvPr/>
        </p:nvSpPr>
        <p:spPr>
          <a:xfrm>
            <a:off x="110567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6" name="Shape 1043"/>
          <p:cNvSpPr/>
          <p:nvPr/>
        </p:nvSpPr>
        <p:spPr>
          <a:xfrm>
            <a:off x="11171089" y="2299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7" name="Shape 1044"/>
          <p:cNvSpPr/>
          <p:nvPr/>
        </p:nvSpPr>
        <p:spPr>
          <a:xfrm>
            <a:off x="67133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8" name="Shape 1045"/>
          <p:cNvSpPr/>
          <p:nvPr/>
        </p:nvSpPr>
        <p:spPr>
          <a:xfrm>
            <a:off x="68276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9" name="Shape 1046"/>
          <p:cNvSpPr/>
          <p:nvPr/>
        </p:nvSpPr>
        <p:spPr>
          <a:xfrm>
            <a:off x="69419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0" name="Shape 1047"/>
          <p:cNvSpPr/>
          <p:nvPr/>
        </p:nvSpPr>
        <p:spPr>
          <a:xfrm>
            <a:off x="70562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1" name="Shape 1048"/>
          <p:cNvSpPr/>
          <p:nvPr/>
        </p:nvSpPr>
        <p:spPr>
          <a:xfrm>
            <a:off x="71705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2" name="Shape 1049"/>
          <p:cNvSpPr/>
          <p:nvPr/>
        </p:nvSpPr>
        <p:spPr>
          <a:xfrm>
            <a:off x="72848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3" name="Shape 1050"/>
          <p:cNvSpPr/>
          <p:nvPr/>
        </p:nvSpPr>
        <p:spPr>
          <a:xfrm>
            <a:off x="73991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4" name="Shape 1051"/>
          <p:cNvSpPr/>
          <p:nvPr/>
        </p:nvSpPr>
        <p:spPr>
          <a:xfrm>
            <a:off x="75134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5" name="Shape 1052"/>
          <p:cNvSpPr/>
          <p:nvPr/>
        </p:nvSpPr>
        <p:spPr>
          <a:xfrm>
            <a:off x="76277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6" name="Shape 1053"/>
          <p:cNvSpPr/>
          <p:nvPr/>
        </p:nvSpPr>
        <p:spPr>
          <a:xfrm>
            <a:off x="77420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7" name="Shape 1054"/>
          <p:cNvSpPr/>
          <p:nvPr/>
        </p:nvSpPr>
        <p:spPr>
          <a:xfrm>
            <a:off x="78563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8" name="Shape 1055"/>
          <p:cNvSpPr/>
          <p:nvPr/>
        </p:nvSpPr>
        <p:spPr>
          <a:xfrm>
            <a:off x="79706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9" name="Shape 1056"/>
          <p:cNvSpPr/>
          <p:nvPr/>
        </p:nvSpPr>
        <p:spPr>
          <a:xfrm>
            <a:off x="80849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0" name="Shape 1057"/>
          <p:cNvSpPr/>
          <p:nvPr/>
        </p:nvSpPr>
        <p:spPr>
          <a:xfrm>
            <a:off x="81992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1" name="Shape 1058"/>
          <p:cNvSpPr/>
          <p:nvPr/>
        </p:nvSpPr>
        <p:spPr>
          <a:xfrm>
            <a:off x="83135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2" name="Shape 1059"/>
          <p:cNvSpPr/>
          <p:nvPr/>
        </p:nvSpPr>
        <p:spPr>
          <a:xfrm>
            <a:off x="84278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3" name="Shape 1060"/>
          <p:cNvSpPr/>
          <p:nvPr/>
        </p:nvSpPr>
        <p:spPr>
          <a:xfrm>
            <a:off x="85421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4" name="Shape 1061"/>
          <p:cNvSpPr/>
          <p:nvPr/>
        </p:nvSpPr>
        <p:spPr>
          <a:xfrm>
            <a:off x="86564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5" name="Shape 1062"/>
          <p:cNvSpPr/>
          <p:nvPr/>
        </p:nvSpPr>
        <p:spPr>
          <a:xfrm>
            <a:off x="87707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6" name="Shape 1063"/>
          <p:cNvSpPr/>
          <p:nvPr/>
        </p:nvSpPr>
        <p:spPr>
          <a:xfrm>
            <a:off x="88850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7" name="Shape 1064"/>
          <p:cNvSpPr/>
          <p:nvPr/>
        </p:nvSpPr>
        <p:spPr>
          <a:xfrm>
            <a:off x="89993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8" name="Shape 1065"/>
          <p:cNvSpPr/>
          <p:nvPr/>
        </p:nvSpPr>
        <p:spPr>
          <a:xfrm>
            <a:off x="91136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9" name="Shape 1066"/>
          <p:cNvSpPr/>
          <p:nvPr/>
        </p:nvSpPr>
        <p:spPr>
          <a:xfrm>
            <a:off x="92279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0" name="Shape 1067"/>
          <p:cNvSpPr/>
          <p:nvPr/>
        </p:nvSpPr>
        <p:spPr>
          <a:xfrm>
            <a:off x="93422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1" name="Shape 1068"/>
          <p:cNvSpPr/>
          <p:nvPr/>
        </p:nvSpPr>
        <p:spPr>
          <a:xfrm>
            <a:off x="94565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2" name="Shape 1069"/>
          <p:cNvSpPr/>
          <p:nvPr/>
        </p:nvSpPr>
        <p:spPr>
          <a:xfrm>
            <a:off x="95708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3" name="Shape 1070"/>
          <p:cNvSpPr/>
          <p:nvPr/>
        </p:nvSpPr>
        <p:spPr>
          <a:xfrm>
            <a:off x="96851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4" name="Shape 1071"/>
          <p:cNvSpPr/>
          <p:nvPr/>
        </p:nvSpPr>
        <p:spPr>
          <a:xfrm>
            <a:off x="97994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5" name="Shape 1072"/>
          <p:cNvSpPr/>
          <p:nvPr/>
        </p:nvSpPr>
        <p:spPr>
          <a:xfrm>
            <a:off x="99137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6" name="Shape 1073"/>
          <p:cNvSpPr/>
          <p:nvPr/>
        </p:nvSpPr>
        <p:spPr>
          <a:xfrm>
            <a:off x="100280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7" name="Shape 1074"/>
          <p:cNvSpPr/>
          <p:nvPr/>
        </p:nvSpPr>
        <p:spPr>
          <a:xfrm>
            <a:off x="101423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8" name="Shape 1075"/>
          <p:cNvSpPr/>
          <p:nvPr/>
        </p:nvSpPr>
        <p:spPr>
          <a:xfrm>
            <a:off x="102566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9" name="Shape 1076"/>
          <p:cNvSpPr/>
          <p:nvPr/>
        </p:nvSpPr>
        <p:spPr>
          <a:xfrm>
            <a:off x="103709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0" name="Shape 1077"/>
          <p:cNvSpPr/>
          <p:nvPr/>
        </p:nvSpPr>
        <p:spPr>
          <a:xfrm>
            <a:off x="104852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1" name="Shape 1078"/>
          <p:cNvSpPr/>
          <p:nvPr/>
        </p:nvSpPr>
        <p:spPr>
          <a:xfrm>
            <a:off x="105995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2" name="Shape 1079"/>
          <p:cNvSpPr/>
          <p:nvPr/>
        </p:nvSpPr>
        <p:spPr>
          <a:xfrm>
            <a:off x="107138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3" name="Shape 1080"/>
          <p:cNvSpPr/>
          <p:nvPr/>
        </p:nvSpPr>
        <p:spPr>
          <a:xfrm>
            <a:off x="108281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4" name="Shape 1081"/>
          <p:cNvSpPr/>
          <p:nvPr/>
        </p:nvSpPr>
        <p:spPr>
          <a:xfrm>
            <a:off x="109424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5" name="Shape 1082"/>
          <p:cNvSpPr/>
          <p:nvPr/>
        </p:nvSpPr>
        <p:spPr>
          <a:xfrm>
            <a:off x="110567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6" name="Shape 1083"/>
          <p:cNvSpPr/>
          <p:nvPr/>
        </p:nvSpPr>
        <p:spPr>
          <a:xfrm>
            <a:off x="11171089" y="236477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7" name="Shape 1084"/>
          <p:cNvSpPr/>
          <p:nvPr/>
        </p:nvSpPr>
        <p:spPr>
          <a:xfrm>
            <a:off x="67133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8" name="Shape 1085"/>
          <p:cNvSpPr/>
          <p:nvPr/>
        </p:nvSpPr>
        <p:spPr>
          <a:xfrm>
            <a:off x="68276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9" name="Shape 1086"/>
          <p:cNvSpPr/>
          <p:nvPr/>
        </p:nvSpPr>
        <p:spPr>
          <a:xfrm>
            <a:off x="69419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0" name="Shape 1087"/>
          <p:cNvSpPr/>
          <p:nvPr/>
        </p:nvSpPr>
        <p:spPr>
          <a:xfrm>
            <a:off x="70562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1" name="Shape 1088"/>
          <p:cNvSpPr/>
          <p:nvPr/>
        </p:nvSpPr>
        <p:spPr>
          <a:xfrm>
            <a:off x="71705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2" name="Shape 1089"/>
          <p:cNvSpPr/>
          <p:nvPr/>
        </p:nvSpPr>
        <p:spPr>
          <a:xfrm>
            <a:off x="72848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3" name="Shape 1090"/>
          <p:cNvSpPr/>
          <p:nvPr/>
        </p:nvSpPr>
        <p:spPr>
          <a:xfrm>
            <a:off x="73991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4" name="Shape 1091"/>
          <p:cNvSpPr/>
          <p:nvPr/>
        </p:nvSpPr>
        <p:spPr>
          <a:xfrm>
            <a:off x="75134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5" name="Shape 1092"/>
          <p:cNvSpPr/>
          <p:nvPr/>
        </p:nvSpPr>
        <p:spPr>
          <a:xfrm>
            <a:off x="76277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6" name="Shape 1093"/>
          <p:cNvSpPr/>
          <p:nvPr/>
        </p:nvSpPr>
        <p:spPr>
          <a:xfrm>
            <a:off x="77420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7" name="Shape 1094"/>
          <p:cNvSpPr/>
          <p:nvPr/>
        </p:nvSpPr>
        <p:spPr>
          <a:xfrm>
            <a:off x="78563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8" name="Shape 1095"/>
          <p:cNvSpPr/>
          <p:nvPr/>
        </p:nvSpPr>
        <p:spPr>
          <a:xfrm>
            <a:off x="79706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9" name="Shape 1096"/>
          <p:cNvSpPr/>
          <p:nvPr/>
        </p:nvSpPr>
        <p:spPr>
          <a:xfrm>
            <a:off x="80849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0" name="Shape 1097"/>
          <p:cNvSpPr/>
          <p:nvPr/>
        </p:nvSpPr>
        <p:spPr>
          <a:xfrm>
            <a:off x="81992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1" name="Shape 1098"/>
          <p:cNvSpPr/>
          <p:nvPr/>
        </p:nvSpPr>
        <p:spPr>
          <a:xfrm>
            <a:off x="83135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2" name="Shape 1099"/>
          <p:cNvSpPr/>
          <p:nvPr/>
        </p:nvSpPr>
        <p:spPr>
          <a:xfrm>
            <a:off x="84278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3" name="Shape 1100"/>
          <p:cNvSpPr/>
          <p:nvPr/>
        </p:nvSpPr>
        <p:spPr>
          <a:xfrm>
            <a:off x="85421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4" name="Shape 1101"/>
          <p:cNvSpPr/>
          <p:nvPr/>
        </p:nvSpPr>
        <p:spPr>
          <a:xfrm>
            <a:off x="86564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5" name="Shape 1102"/>
          <p:cNvSpPr/>
          <p:nvPr/>
        </p:nvSpPr>
        <p:spPr>
          <a:xfrm>
            <a:off x="87707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6" name="Shape 1103"/>
          <p:cNvSpPr/>
          <p:nvPr/>
        </p:nvSpPr>
        <p:spPr>
          <a:xfrm>
            <a:off x="88850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7" name="Shape 1104"/>
          <p:cNvSpPr/>
          <p:nvPr/>
        </p:nvSpPr>
        <p:spPr>
          <a:xfrm>
            <a:off x="89993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8" name="Shape 1105"/>
          <p:cNvSpPr/>
          <p:nvPr/>
        </p:nvSpPr>
        <p:spPr>
          <a:xfrm>
            <a:off x="91136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9" name="Shape 1106"/>
          <p:cNvSpPr/>
          <p:nvPr/>
        </p:nvSpPr>
        <p:spPr>
          <a:xfrm>
            <a:off x="92279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0" name="Shape 1107"/>
          <p:cNvSpPr/>
          <p:nvPr/>
        </p:nvSpPr>
        <p:spPr>
          <a:xfrm>
            <a:off x="93422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1" name="Shape 1108"/>
          <p:cNvSpPr/>
          <p:nvPr/>
        </p:nvSpPr>
        <p:spPr>
          <a:xfrm>
            <a:off x="94565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2" name="Shape 1109"/>
          <p:cNvSpPr/>
          <p:nvPr/>
        </p:nvSpPr>
        <p:spPr>
          <a:xfrm>
            <a:off x="95708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3" name="Shape 1110"/>
          <p:cNvSpPr/>
          <p:nvPr/>
        </p:nvSpPr>
        <p:spPr>
          <a:xfrm>
            <a:off x="96851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4" name="Shape 1111"/>
          <p:cNvSpPr/>
          <p:nvPr/>
        </p:nvSpPr>
        <p:spPr>
          <a:xfrm>
            <a:off x="97994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5" name="Shape 1112"/>
          <p:cNvSpPr/>
          <p:nvPr/>
        </p:nvSpPr>
        <p:spPr>
          <a:xfrm>
            <a:off x="99137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6" name="Shape 1113"/>
          <p:cNvSpPr/>
          <p:nvPr/>
        </p:nvSpPr>
        <p:spPr>
          <a:xfrm>
            <a:off x="100280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7" name="Shape 1114"/>
          <p:cNvSpPr/>
          <p:nvPr/>
        </p:nvSpPr>
        <p:spPr>
          <a:xfrm>
            <a:off x="101423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8" name="Shape 1115"/>
          <p:cNvSpPr/>
          <p:nvPr/>
        </p:nvSpPr>
        <p:spPr>
          <a:xfrm>
            <a:off x="102566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9" name="Shape 1116"/>
          <p:cNvSpPr/>
          <p:nvPr/>
        </p:nvSpPr>
        <p:spPr>
          <a:xfrm>
            <a:off x="103709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0" name="Shape 1117"/>
          <p:cNvSpPr/>
          <p:nvPr/>
        </p:nvSpPr>
        <p:spPr>
          <a:xfrm>
            <a:off x="104852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1" name="Shape 1118"/>
          <p:cNvSpPr/>
          <p:nvPr/>
        </p:nvSpPr>
        <p:spPr>
          <a:xfrm>
            <a:off x="105995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2" name="Shape 1119"/>
          <p:cNvSpPr/>
          <p:nvPr/>
        </p:nvSpPr>
        <p:spPr>
          <a:xfrm>
            <a:off x="107138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3" name="Shape 1120"/>
          <p:cNvSpPr/>
          <p:nvPr/>
        </p:nvSpPr>
        <p:spPr>
          <a:xfrm>
            <a:off x="108281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4" name="Shape 1121"/>
          <p:cNvSpPr/>
          <p:nvPr/>
        </p:nvSpPr>
        <p:spPr>
          <a:xfrm>
            <a:off x="109424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5" name="Shape 1122"/>
          <p:cNvSpPr/>
          <p:nvPr/>
        </p:nvSpPr>
        <p:spPr>
          <a:xfrm>
            <a:off x="110567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6" name="Shape 1123"/>
          <p:cNvSpPr/>
          <p:nvPr/>
        </p:nvSpPr>
        <p:spPr>
          <a:xfrm>
            <a:off x="11171089" y="2429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7" name="Shape 1124"/>
          <p:cNvSpPr/>
          <p:nvPr/>
        </p:nvSpPr>
        <p:spPr>
          <a:xfrm>
            <a:off x="67133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8" name="Shape 1125"/>
          <p:cNvSpPr/>
          <p:nvPr/>
        </p:nvSpPr>
        <p:spPr>
          <a:xfrm>
            <a:off x="68276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9" name="Shape 1126"/>
          <p:cNvSpPr/>
          <p:nvPr/>
        </p:nvSpPr>
        <p:spPr>
          <a:xfrm>
            <a:off x="69419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0" name="Shape 1127"/>
          <p:cNvSpPr/>
          <p:nvPr/>
        </p:nvSpPr>
        <p:spPr>
          <a:xfrm>
            <a:off x="70562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1" name="Shape 1128"/>
          <p:cNvSpPr/>
          <p:nvPr/>
        </p:nvSpPr>
        <p:spPr>
          <a:xfrm>
            <a:off x="71705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2" name="Shape 1129"/>
          <p:cNvSpPr/>
          <p:nvPr/>
        </p:nvSpPr>
        <p:spPr>
          <a:xfrm>
            <a:off x="72848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3" name="Shape 1130"/>
          <p:cNvSpPr/>
          <p:nvPr/>
        </p:nvSpPr>
        <p:spPr>
          <a:xfrm>
            <a:off x="73991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4" name="Shape 1131"/>
          <p:cNvSpPr/>
          <p:nvPr/>
        </p:nvSpPr>
        <p:spPr>
          <a:xfrm>
            <a:off x="75134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5" name="Shape 1132"/>
          <p:cNvSpPr/>
          <p:nvPr/>
        </p:nvSpPr>
        <p:spPr>
          <a:xfrm>
            <a:off x="76277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6" name="Shape 1133"/>
          <p:cNvSpPr/>
          <p:nvPr/>
        </p:nvSpPr>
        <p:spPr>
          <a:xfrm>
            <a:off x="77420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7" name="Shape 1134"/>
          <p:cNvSpPr/>
          <p:nvPr/>
        </p:nvSpPr>
        <p:spPr>
          <a:xfrm>
            <a:off x="78563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8" name="Shape 1135"/>
          <p:cNvSpPr/>
          <p:nvPr/>
        </p:nvSpPr>
        <p:spPr>
          <a:xfrm>
            <a:off x="79706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9" name="Shape 1136"/>
          <p:cNvSpPr/>
          <p:nvPr/>
        </p:nvSpPr>
        <p:spPr>
          <a:xfrm>
            <a:off x="80849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0" name="Shape 1137"/>
          <p:cNvSpPr/>
          <p:nvPr/>
        </p:nvSpPr>
        <p:spPr>
          <a:xfrm>
            <a:off x="81992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1" name="Shape 1138"/>
          <p:cNvSpPr/>
          <p:nvPr/>
        </p:nvSpPr>
        <p:spPr>
          <a:xfrm>
            <a:off x="83135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2" name="Shape 1139"/>
          <p:cNvSpPr/>
          <p:nvPr/>
        </p:nvSpPr>
        <p:spPr>
          <a:xfrm>
            <a:off x="84278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3" name="Shape 1140"/>
          <p:cNvSpPr/>
          <p:nvPr/>
        </p:nvSpPr>
        <p:spPr>
          <a:xfrm>
            <a:off x="85421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4" name="Shape 1141"/>
          <p:cNvSpPr/>
          <p:nvPr/>
        </p:nvSpPr>
        <p:spPr>
          <a:xfrm>
            <a:off x="86564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5" name="Shape 1142"/>
          <p:cNvSpPr/>
          <p:nvPr/>
        </p:nvSpPr>
        <p:spPr>
          <a:xfrm>
            <a:off x="87707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6" name="Shape 1143"/>
          <p:cNvSpPr/>
          <p:nvPr/>
        </p:nvSpPr>
        <p:spPr>
          <a:xfrm>
            <a:off x="88850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7" name="Shape 1144"/>
          <p:cNvSpPr/>
          <p:nvPr/>
        </p:nvSpPr>
        <p:spPr>
          <a:xfrm>
            <a:off x="89993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8" name="Shape 1145"/>
          <p:cNvSpPr/>
          <p:nvPr/>
        </p:nvSpPr>
        <p:spPr>
          <a:xfrm>
            <a:off x="91136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9" name="Shape 1146"/>
          <p:cNvSpPr/>
          <p:nvPr/>
        </p:nvSpPr>
        <p:spPr>
          <a:xfrm>
            <a:off x="92279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0" name="Shape 1147"/>
          <p:cNvSpPr/>
          <p:nvPr/>
        </p:nvSpPr>
        <p:spPr>
          <a:xfrm>
            <a:off x="93422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1" name="Shape 1148"/>
          <p:cNvSpPr/>
          <p:nvPr/>
        </p:nvSpPr>
        <p:spPr>
          <a:xfrm>
            <a:off x="94565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2" name="Shape 1149"/>
          <p:cNvSpPr/>
          <p:nvPr/>
        </p:nvSpPr>
        <p:spPr>
          <a:xfrm>
            <a:off x="95708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3" name="Shape 1150"/>
          <p:cNvSpPr/>
          <p:nvPr/>
        </p:nvSpPr>
        <p:spPr>
          <a:xfrm>
            <a:off x="96851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4" name="Shape 1151"/>
          <p:cNvSpPr/>
          <p:nvPr/>
        </p:nvSpPr>
        <p:spPr>
          <a:xfrm>
            <a:off x="97994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5" name="Shape 1152"/>
          <p:cNvSpPr/>
          <p:nvPr/>
        </p:nvSpPr>
        <p:spPr>
          <a:xfrm>
            <a:off x="99137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6" name="Shape 1153"/>
          <p:cNvSpPr/>
          <p:nvPr/>
        </p:nvSpPr>
        <p:spPr>
          <a:xfrm>
            <a:off x="100280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7" name="Shape 1154"/>
          <p:cNvSpPr/>
          <p:nvPr/>
        </p:nvSpPr>
        <p:spPr>
          <a:xfrm>
            <a:off x="101423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8" name="Shape 1155"/>
          <p:cNvSpPr/>
          <p:nvPr/>
        </p:nvSpPr>
        <p:spPr>
          <a:xfrm>
            <a:off x="102566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9" name="Shape 1156"/>
          <p:cNvSpPr/>
          <p:nvPr/>
        </p:nvSpPr>
        <p:spPr>
          <a:xfrm>
            <a:off x="103709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0" name="Shape 1157"/>
          <p:cNvSpPr/>
          <p:nvPr/>
        </p:nvSpPr>
        <p:spPr>
          <a:xfrm>
            <a:off x="104852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1" name="Shape 1158"/>
          <p:cNvSpPr/>
          <p:nvPr/>
        </p:nvSpPr>
        <p:spPr>
          <a:xfrm>
            <a:off x="105995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2" name="Shape 1159"/>
          <p:cNvSpPr/>
          <p:nvPr/>
        </p:nvSpPr>
        <p:spPr>
          <a:xfrm>
            <a:off x="107138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3" name="Shape 1160"/>
          <p:cNvSpPr/>
          <p:nvPr/>
        </p:nvSpPr>
        <p:spPr>
          <a:xfrm>
            <a:off x="108281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4" name="Shape 1161"/>
          <p:cNvSpPr/>
          <p:nvPr/>
        </p:nvSpPr>
        <p:spPr>
          <a:xfrm>
            <a:off x="109424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5" name="Shape 1162"/>
          <p:cNvSpPr/>
          <p:nvPr/>
        </p:nvSpPr>
        <p:spPr>
          <a:xfrm>
            <a:off x="110567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6" name="Shape 1163"/>
          <p:cNvSpPr/>
          <p:nvPr/>
        </p:nvSpPr>
        <p:spPr>
          <a:xfrm>
            <a:off x="11171089" y="2494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7" name="Shape 1164"/>
          <p:cNvSpPr/>
          <p:nvPr/>
        </p:nvSpPr>
        <p:spPr>
          <a:xfrm>
            <a:off x="67133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8" name="Shape 1165"/>
          <p:cNvSpPr/>
          <p:nvPr/>
        </p:nvSpPr>
        <p:spPr>
          <a:xfrm>
            <a:off x="68276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9" name="Shape 1166"/>
          <p:cNvSpPr/>
          <p:nvPr/>
        </p:nvSpPr>
        <p:spPr>
          <a:xfrm>
            <a:off x="69419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0" name="Shape 1167"/>
          <p:cNvSpPr/>
          <p:nvPr/>
        </p:nvSpPr>
        <p:spPr>
          <a:xfrm>
            <a:off x="70562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1" name="Shape 1168"/>
          <p:cNvSpPr/>
          <p:nvPr/>
        </p:nvSpPr>
        <p:spPr>
          <a:xfrm>
            <a:off x="71705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2" name="Shape 1169"/>
          <p:cNvSpPr/>
          <p:nvPr/>
        </p:nvSpPr>
        <p:spPr>
          <a:xfrm>
            <a:off x="72848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3" name="Shape 1170"/>
          <p:cNvSpPr/>
          <p:nvPr/>
        </p:nvSpPr>
        <p:spPr>
          <a:xfrm>
            <a:off x="73991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4" name="Shape 1171"/>
          <p:cNvSpPr/>
          <p:nvPr/>
        </p:nvSpPr>
        <p:spPr>
          <a:xfrm>
            <a:off x="75134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5" name="Shape 1172"/>
          <p:cNvSpPr/>
          <p:nvPr/>
        </p:nvSpPr>
        <p:spPr>
          <a:xfrm>
            <a:off x="76277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6" name="Shape 1173"/>
          <p:cNvSpPr/>
          <p:nvPr/>
        </p:nvSpPr>
        <p:spPr>
          <a:xfrm>
            <a:off x="77420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7" name="Shape 1174"/>
          <p:cNvSpPr/>
          <p:nvPr/>
        </p:nvSpPr>
        <p:spPr>
          <a:xfrm>
            <a:off x="78563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8" name="Shape 1175"/>
          <p:cNvSpPr/>
          <p:nvPr/>
        </p:nvSpPr>
        <p:spPr>
          <a:xfrm>
            <a:off x="79706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9" name="Shape 1176"/>
          <p:cNvSpPr/>
          <p:nvPr/>
        </p:nvSpPr>
        <p:spPr>
          <a:xfrm>
            <a:off x="80849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0" name="Shape 1177"/>
          <p:cNvSpPr/>
          <p:nvPr/>
        </p:nvSpPr>
        <p:spPr>
          <a:xfrm>
            <a:off x="81992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1" name="Shape 1178"/>
          <p:cNvSpPr/>
          <p:nvPr/>
        </p:nvSpPr>
        <p:spPr>
          <a:xfrm>
            <a:off x="83135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2" name="Shape 1179"/>
          <p:cNvSpPr/>
          <p:nvPr/>
        </p:nvSpPr>
        <p:spPr>
          <a:xfrm>
            <a:off x="84278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3" name="Shape 1180"/>
          <p:cNvSpPr/>
          <p:nvPr/>
        </p:nvSpPr>
        <p:spPr>
          <a:xfrm>
            <a:off x="85421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4" name="Shape 1181"/>
          <p:cNvSpPr/>
          <p:nvPr/>
        </p:nvSpPr>
        <p:spPr>
          <a:xfrm>
            <a:off x="86564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5" name="Shape 1182"/>
          <p:cNvSpPr/>
          <p:nvPr/>
        </p:nvSpPr>
        <p:spPr>
          <a:xfrm>
            <a:off x="87707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6" name="Shape 1183"/>
          <p:cNvSpPr/>
          <p:nvPr/>
        </p:nvSpPr>
        <p:spPr>
          <a:xfrm>
            <a:off x="88850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7" name="Shape 1184"/>
          <p:cNvSpPr/>
          <p:nvPr/>
        </p:nvSpPr>
        <p:spPr>
          <a:xfrm>
            <a:off x="89993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8" name="Shape 1185"/>
          <p:cNvSpPr/>
          <p:nvPr/>
        </p:nvSpPr>
        <p:spPr>
          <a:xfrm>
            <a:off x="91136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9" name="Shape 1186"/>
          <p:cNvSpPr/>
          <p:nvPr/>
        </p:nvSpPr>
        <p:spPr>
          <a:xfrm>
            <a:off x="92279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0" name="Shape 1187"/>
          <p:cNvSpPr/>
          <p:nvPr/>
        </p:nvSpPr>
        <p:spPr>
          <a:xfrm>
            <a:off x="93422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1" name="Shape 1188"/>
          <p:cNvSpPr/>
          <p:nvPr/>
        </p:nvSpPr>
        <p:spPr>
          <a:xfrm>
            <a:off x="94565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2" name="Shape 1189"/>
          <p:cNvSpPr/>
          <p:nvPr/>
        </p:nvSpPr>
        <p:spPr>
          <a:xfrm>
            <a:off x="95708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3" name="Shape 1190"/>
          <p:cNvSpPr/>
          <p:nvPr/>
        </p:nvSpPr>
        <p:spPr>
          <a:xfrm>
            <a:off x="96851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4" name="Shape 1191"/>
          <p:cNvSpPr/>
          <p:nvPr/>
        </p:nvSpPr>
        <p:spPr>
          <a:xfrm>
            <a:off x="97994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5" name="Shape 1192"/>
          <p:cNvSpPr/>
          <p:nvPr/>
        </p:nvSpPr>
        <p:spPr>
          <a:xfrm>
            <a:off x="99137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6" name="Shape 1193"/>
          <p:cNvSpPr/>
          <p:nvPr/>
        </p:nvSpPr>
        <p:spPr>
          <a:xfrm>
            <a:off x="100280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7" name="Shape 1194"/>
          <p:cNvSpPr/>
          <p:nvPr/>
        </p:nvSpPr>
        <p:spPr>
          <a:xfrm>
            <a:off x="101423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8" name="Shape 1195"/>
          <p:cNvSpPr/>
          <p:nvPr/>
        </p:nvSpPr>
        <p:spPr>
          <a:xfrm>
            <a:off x="102566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9" name="Shape 1196"/>
          <p:cNvSpPr/>
          <p:nvPr/>
        </p:nvSpPr>
        <p:spPr>
          <a:xfrm>
            <a:off x="103709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0" name="Shape 1197"/>
          <p:cNvSpPr/>
          <p:nvPr/>
        </p:nvSpPr>
        <p:spPr>
          <a:xfrm>
            <a:off x="104852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1" name="Shape 1198"/>
          <p:cNvSpPr/>
          <p:nvPr/>
        </p:nvSpPr>
        <p:spPr>
          <a:xfrm>
            <a:off x="105995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2" name="Shape 1199"/>
          <p:cNvSpPr/>
          <p:nvPr/>
        </p:nvSpPr>
        <p:spPr>
          <a:xfrm>
            <a:off x="107138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3" name="Shape 1200"/>
          <p:cNvSpPr/>
          <p:nvPr/>
        </p:nvSpPr>
        <p:spPr>
          <a:xfrm>
            <a:off x="108281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4" name="Shape 1201"/>
          <p:cNvSpPr/>
          <p:nvPr/>
        </p:nvSpPr>
        <p:spPr>
          <a:xfrm>
            <a:off x="109424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5" name="Shape 1202"/>
          <p:cNvSpPr/>
          <p:nvPr/>
        </p:nvSpPr>
        <p:spPr>
          <a:xfrm>
            <a:off x="110567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6" name="Shape 1203"/>
          <p:cNvSpPr/>
          <p:nvPr/>
        </p:nvSpPr>
        <p:spPr>
          <a:xfrm>
            <a:off x="11171089" y="256009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7" name="Shape 1204"/>
          <p:cNvSpPr/>
          <p:nvPr/>
        </p:nvSpPr>
        <p:spPr>
          <a:xfrm>
            <a:off x="67133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8" name="Shape 1205"/>
          <p:cNvSpPr/>
          <p:nvPr/>
        </p:nvSpPr>
        <p:spPr>
          <a:xfrm>
            <a:off x="68276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9" name="Shape 1206"/>
          <p:cNvSpPr/>
          <p:nvPr/>
        </p:nvSpPr>
        <p:spPr>
          <a:xfrm>
            <a:off x="69419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0" name="Shape 1207"/>
          <p:cNvSpPr/>
          <p:nvPr/>
        </p:nvSpPr>
        <p:spPr>
          <a:xfrm>
            <a:off x="70562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1" name="Shape 1208"/>
          <p:cNvSpPr/>
          <p:nvPr/>
        </p:nvSpPr>
        <p:spPr>
          <a:xfrm>
            <a:off x="71705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2" name="Shape 1209"/>
          <p:cNvSpPr/>
          <p:nvPr/>
        </p:nvSpPr>
        <p:spPr>
          <a:xfrm>
            <a:off x="72848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3" name="Shape 1210"/>
          <p:cNvSpPr/>
          <p:nvPr/>
        </p:nvSpPr>
        <p:spPr>
          <a:xfrm>
            <a:off x="73991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4" name="Shape 1211"/>
          <p:cNvSpPr/>
          <p:nvPr/>
        </p:nvSpPr>
        <p:spPr>
          <a:xfrm>
            <a:off x="75134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5" name="Shape 1212"/>
          <p:cNvSpPr/>
          <p:nvPr/>
        </p:nvSpPr>
        <p:spPr>
          <a:xfrm>
            <a:off x="76277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6" name="Shape 1213"/>
          <p:cNvSpPr/>
          <p:nvPr/>
        </p:nvSpPr>
        <p:spPr>
          <a:xfrm>
            <a:off x="77420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7" name="Shape 1214"/>
          <p:cNvSpPr/>
          <p:nvPr/>
        </p:nvSpPr>
        <p:spPr>
          <a:xfrm>
            <a:off x="78563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8" name="Shape 1215"/>
          <p:cNvSpPr/>
          <p:nvPr/>
        </p:nvSpPr>
        <p:spPr>
          <a:xfrm>
            <a:off x="79706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9" name="Shape 1216"/>
          <p:cNvSpPr/>
          <p:nvPr/>
        </p:nvSpPr>
        <p:spPr>
          <a:xfrm>
            <a:off x="80849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0" name="Shape 1217"/>
          <p:cNvSpPr/>
          <p:nvPr/>
        </p:nvSpPr>
        <p:spPr>
          <a:xfrm>
            <a:off x="81992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1" name="Shape 1218"/>
          <p:cNvSpPr/>
          <p:nvPr/>
        </p:nvSpPr>
        <p:spPr>
          <a:xfrm>
            <a:off x="83135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2" name="Shape 1219"/>
          <p:cNvSpPr/>
          <p:nvPr/>
        </p:nvSpPr>
        <p:spPr>
          <a:xfrm>
            <a:off x="84278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3" name="Shape 1220"/>
          <p:cNvSpPr/>
          <p:nvPr/>
        </p:nvSpPr>
        <p:spPr>
          <a:xfrm>
            <a:off x="85421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4" name="Shape 1221"/>
          <p:cNvSpPr/>
          <p:nvPr/>
        </p:nvSpPr>
        <p:spPr>
          <a:xfrm>
            <a:off x="86564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5" name="Shape 1222"/>
          <p:cNvSpPr/>
          <p:nvPr/>
        </p:nvSpPr>
        <p:spPr>
          <a:xfrm>
            <a:off x="87707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6" name="Shape 1223"/>
          <p:cNvSpPr/>
          <p:nvPr/>
        </p:nvSpPr>
        <p:spPr>
          <a:xfrm>
            <a:off x="88850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7" name="Shape 1224"/>
          <p:cNvSpPr/>
          <p:nvPr/>
        </p:nvSpPr>
        <p:spPr>
          <a:xfrm>
            <a:off x="89993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8" name="Shape 1225"/>
          <p:cNvSpPr/>
          <p:nvPr/>
        </p:nvSpPr>
        <p:spPr>
          <a:xfrm>
            <a:off x="91136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9" name="Shape 1226"/>
          <p:cNvSpPr/>
          <p:nvPr/>
        </p:nvSpPr>
        <p:spPr>
          <a:xfrm>
            <a:off x="92279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0" name="Shape 1227"/>
          <p:cNvSpPr/>
          <p:nvPr/>
        </p:nvSpPr>
        <p:spPr>
          <a:xfrm>
            <a:off x="93422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1" name="Shape 1228"/>
          <p:cNvSpPr/>
          <p:nvPr/>
        </p:nvSpPr>
        <p:spPr>
          <a:xfrm>
            <a:off x="94565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2" name="Shape 1229"/>
          <p:cNvSpPr/>
          <p:nvPr/>
        </p:nvSpPr>
        <p:spPr>
          <a:xfrm>
            <a:off x="95708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3" name="Shape 1230"/>
          <p:cNvSpPr/>
          <p:nvPr/>
        </p:nvSpPr>
        <p:spPr>
          <a:xfrm>
            <a:off x="96851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4" name="Shape 1231"/>
          <p:cNvSpPr/>
          <p:nvPr/>
        </p:nvSpPr>
        <p:spPr>
          <a:xfrm>
            <a:off x="97994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5" name="Shape 1232"/>
          <p:cNvSpPr/>
          <p:nvPr/>
        </p:nvSpPr>
        <p:spPr>
          <a:xfrm>
            <a:off x="99137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6" name="Shape 1233"/>
          <p:cNvSpPr/>
          <p:nvPr/>
        </p:nvSpPr>
        <p:spPr>
          <a:xfrm>
            <a:off x="100280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7" name="Shape 1234"/>
          <p:cNvSpPr/>
          <p:nvPr/>
        </p:nvSpPr>
        <p:spPr>
          <a:xfrm>
            <a:off x="101423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8" name="Shape 1235"/>
          <p:cNvSpPr/>
          <p:nvPr/>
        </p:nvSpPr>
        <p:spPr>
          <a:xfrm>
            <a:off x="102566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9" name="Shape 1236"/>
          <p:cNvSpPr/>
          <p:nvPr/>
        </p:nvSpPr>
        <p:spPr>
          <a:xfrm>
            <a:off x="103709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0" name="Shape 1237"/>
          <p:cNvSpPr/>
          <p:nvPr/>
        </p:nvSpPr>
        <p:spPr>
          <a:xfrm>
            <a:off x="104852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1" name="Shape 1238"/>
          <p:cNvSpPr/>
          <p:nvPr/>
        </p:nvSpPr>
        <p:spPr>
          <a:xfrm>
            <a:off x="105995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2" name="Shape 1239"/>
          <p:cNvSpPr/>
          <p:nvPr/>
        </p:nvSpPr>
        <p:spPr>
          <a:xfrm>
            <a:off x="107138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3" name="Shape 1240"/>
          <p:cNvSpPr/>
          <p:nvPr/>
        </p:nvSpPr>
        <p:spPr>
          <a:xfrm>
            <a:off x="108281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4" name="Shape 1241"/>
          <p:cNvSpPr/>
          <p:nvPr/>
        </p:nvSpPr>
        <p:spPr>
          <a:xfrm>
            <a:off x="109424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5" name="Shape 1242"/>
          <p:cNvSpPr/>
          <p:nvPr/>
        </p:nvSpPr>
        <p:spPr>
          <a:xfrm>
            <a:off x="110567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6" name="Shape 1243"/>
          <p:cNvSpPr/>
          <p:nvPr/>
        </p:nvSpPr>
        <p:spPr>
          <a:xfrm>
            <a:off x="11171089" y="2625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7" name="Shape 1244"/>
          <p:cNvSpPr/>
          <p:nvPr/>
        </p:nvSpPr>
        <p:spPr>
          <a:xfrm>
            <a:off x="67133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8" name="Shape 1245"/>
          <p:cNvSpPr/>
          <p:nvPr/>
        </p:nvSpPr>
        <p:spPr>
          <a:xfrm>
            <a:off x="68276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9" name="Shape 1246"/>
          <p:cNvSpPr/>
          <p:nvPr/>
        </p:nvSpPr>
        <p:spPr>
          <a:xfrm>
            <a:off x="69419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0" name="Shape 1247"/>
          <p:cNvSpPr/>
          <p:nvPr/>
        </p:nvSpPr>
        <p:spPr>
          <a:xfrm>
            <a:off x="70562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1" name="Shape 1248"/>
          <p:cNvSpPr/>
          <p:nvPr/>
        </p:nvSpPr>
        <p:spPr>
          <a:xfrm>
            <a:off x="71705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2" name="Shape 1249"/>
          <p:cNvSpPr/>
          <p:nvPr/>
        </p:nvSpPr>
        <p:spPr>
          <a:xfrm>
            <a:off x="72848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3" name="Shape 1250"/>
          <p:cNvSpPr/>
          <p:nvPr/>
        </p:nvSpPr>
        <p:spPr>
          <a:xfrm>
            <a:off x="73991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4" name="Shape 1251"/>
          <p:cNvSpPr/>
          <p:nvPr/>
        </p:nvSpPr>
        <p:spPr>
          <a:xfrm>
            <a:off x="75134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5" name="Shape 1252"/>
          <p:cNvSpPr/>
          <p:nvPr/>
        </p:nvSpPr>
        <p:spPr>
          <a:xfrm>
            <a:off x="76277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6" name="Shape 1253"/>
          <p:cNvSpPr/>
          <p:nvPr/>
        </p:nvSpPr>
        <p:spPr>
          <a:xfrm>
            <a:off x="77420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7" name="Shape 1254"/>
          <p:cNvSpPr/>
          <p:nvPr/>
        </p:nvSpPr>
        <p:spPr>
          <a:xfrm>
            <a:off x="78563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8" name="Shape 1255"/>
          <p:cNvSpPr/>
          <p:nvPr/>
        </p:nvSpPr>
        <p:spPr>
          <a:xfrm>
            <a:off x="79706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9" name="Shape 1256"/>
          <p:cNvSpPr/>
          <p:nvPr/>
        </p:nvSpPr>
        <p:spPr>
          <a:xfrm>
            <a:off x="80849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0" name="Shape 1257"/>
          <p:cNvSpPr/>
          <p:nvPr/>
        </p:nvSpPr>
        <p:spPr>
          <a:xfrm>
            <a:off x="81992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1" name="Shape 1258"/>
          <p:cNvSpPr/>
          <p:nvPr/>
        </p:nvSpPr>
        <p:spPr>
          <a:xfrm>
            <a:off x="83135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2" name="Shape 1259"/>
          <p:cNvSpPr/>
          <p:nvPr/>
        </p:nvSpPr>
        <p:spPr>
          <a:xfrm>
            <a:off x="84278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3" name="Shape 1260"/>
          <p:cNvSpPr/>
          <p:nvPr/>
        </p:nvSpPr>
        <p:spPr>
          <a:xfrm>
            <a:off x="85421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4" name="Shape 1261"/>
          <p:cNvSpPr/>
          <p:nvPr/>
        </p:nvSpPr>
        <p:spPr>
          <a:xfrm>
            <a:off x="86564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5" name="Shape 1262"/>
          <p:cNvSpPr/>
          <p:nvPr/>
        </p:nvSpPr>
        <p:spPr>
          <a:xfrm>
            <a:off x="87707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6" name="Shape 1263"/>
          <p:cNvSpPr/>
          <p:nvPr/>
        </p:nvSpPr>
        <p:spPr>
          <a:xfrm>
            <a:off x="88850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7" name="Shape 1264"/>
          <p:cNvSpPr/>
          <p:nvPr/>
        </p:nvSpPr>
        <p:spPr>
          <a:xfrm>
            <a:off x="89993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8" name="Shape 1265"/>
          <p:cNvSpPr/>
          <p:nvPr/>
        </p:nvSpPr>
        <p:spPr>
          <a:xfrm>
            <a:off x="91136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9" name="Shape 1266"/>
          <p:cNvSpPr/>
          <p:nvPr/>
        </p:nvSpPr>
        <p:spPr>
          <a:xfrm>
            <a:off x="92279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0" name="Shape 1267"/>
          <p:cNvSpPr/>
          <p:nvPr/>
        </p:nvSpPr>
        <p:spPr>
          <a:xfrm>
            <a:off x="93422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1" name="Shape 1268"/>
          <p:cNvSpPr/>
          <p:nvPr/>
        </p:nvSpPr>
        <p:spPr>
          <a:xfrm>
            <a:off x="94565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2" name="Shape 1269"/>
          <p:cNvSpPr/>
          <p:nvPr/>
        </p:nvSpPr>
        <p:spPr>
          <a:xfrm>
            <a:off x="95708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3" name="Shape 1270"/>
          <p:cNvSpPr/>
          <p:nvPr/>
        </p:nvSpPr>
        <p:spPr>
          <a:xfrm>
            <a:off x="96851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4" name="Shape 1271"/>
          <p:cNvSpPr/>
          <p:nvPr/>
        </p:nvSpPr>
        <p:spPr>
          <a:xfrm>
            <a:off x="97994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5" name="Shape 1272"/>
          <p:cNvSpPr/>
          <p:nvPr/>
        </p:nvSpPr>
        <p:spPr>
          <a:xfrm>
            <a:off x="99137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6" name="Shape 1273"/>
          <p:cNvSpPr/>
          <p:nvPr/>
        </p:nvSpPr>
        <p:spPr>
          <a:xfrm>
            <a:off x="100280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7" name="Shape 1274"/>
          <p:cNvSpPr/>
          <p:nvPr/>
        </p:nvSpPr>
        <p:spPr>
          <a:xfrm>
            <a:off x="101423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8" name="Shape 1275"/>
          <p:cNvSpPr/>
          <p:nvPr/>
        </p:nvSpPr>
        <p:spPr>
          <a:xfrm>
            <a:off x="102566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79" name="Shape 1276"/>
          <p:cNvSpPr/>
          <p:nvPr/>
        </p:nvSpPr>
        <p:spPr>
          <a:xfrm>
            <a:off x="103709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0" name="Shape 1277"/>
          <p:cNvSpPr/>
          <p:nvPr/>
        </p:nvSpPr>
        <p:spPr>
          <a:xfrm>
            <a:off x="104852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1" name="Shape 1278"/>
          <p:cNvSpPr/>
          <p:nvPr/>
        </p:nvSpPr>
        <p:spPr>
          <a:xfrm>
            <a:off x="105995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2" name="Shape 1279"/>
          <p:cNvSpPr/>
          <p:nvPr/>
        </p:nvSpPr>
        <p:spPr>
          <a:xfrm>
            <a:off x="107138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3" name="Shape 1280"/>
          <p:cNvSpPr/>
          <p:nvPr/>
        </p:nvSpPr>
        <p:spPr>
          <a:xfrm>
            <a:off x="108281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4" name="Shape 1281"/>
          <p:cNvSpPr/>
          <p:nvPr/>
        </p:nvSpPr>
        <p:spPr>
          <a:xfrm>
            <a:off x="109424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5" name="Shape 1282"/>
          <p:cNvSpPr/>
          <p:nvPr/>
        </p:nvSpPr>
        <p:spPr>
          <a:xfrm>
            <a:off x="110567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6" name="Shape 1283"/>
          <p:cNvSpPr/>
          <p:nvPr/>
        </p:nvSpPr>
        <p:spPr>
          <a:xfrm>
            <a:off x="11171089" y="269030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7" name="Shape 1284"/>
          <p:cNvSpPr/>
          <p:nvPr/>
        </p:nvSpPr>
        <p:spPr>
          <a:xfrm>
            <a:off x="67133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8" name="Shape 1285"/>
          <p:cNvSpPr/>
          <p:nvPr/>
        </p:nvSpPr>
        <p:spPr>
          <a:xfrm>
            <a:off x="68276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9" name="Shape 1286"/>
          <p:cNvSpPr/>
          <p:nvPr/>
        </p:nvSpPr>
        <p:spPr>
          <a:xfrm>
            <a:off x="69419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0" name="Shape 1287"/>
          <p:cNvSpPr/>
          <p:nvPr/>
        </p:nvSpPr>
        <p:spPr>
          <a:xfrm>
            <a:off x="70562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1" name="Shape 1288"/>
          <p:cNvSpPr/>
          <p:nvPr/>
        </p:nvSpPr>
        <p:spPr>
          <a:xfrm>
            <a:off x="71705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2" name="Shape 1289"/>
          <p:cNvSpPr/>
          <p:nvPr/>
        </p:nvSpPr>
        <p:spPr>
          <a:xfrm>
            <a:off x="72848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3" name="Shape 1290"/>
          <p:cNvSpPr/>
          <p:nvPr/>
        </p:nvSpPr>
        <p:spPr>
          <a:xfrm>
            <a:off x="73991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4" name="Shape 1291"/>
          <p:cNvSpPr/>
          <p:nvPr/>
        </p:nvSpPr>
        <p:spPr>
          <a:xfrm>
            <a:off x="75134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5" name="Shape 1292"/>
          <p:cNvSpPr/>
          <p:nvPr/>
        </p:nvSpPr>
        <p:spPr>
          <a:xfrm>
            <a:off x="76277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6" name="Shape 1293"/>
          <p:cNvSpPr/>
          <p:nvPr/>
        </p:nvSpPr>
        <p:spPr>
          <a:xfrm>
            <a:off x="77420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7" name="Shape 1294"/>
          <p:cNvSpPr/>
          <p:nvPr/>
        </p:nvSpPr>
        <p:spPr>
          <a:xfrm>
            <a:off x="78563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8" name="Shape 1295"/>
          <p:cNvSpPr/>
          <p:nvPr/>
        </p:nvSpPr>
        <p:spPr>
          <a:xfrm>
            <a:off x="79706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9" name="Shape 1296"/>
          <p:cNvSpPr/>
          <p:nvPr/>
        </p:nvSpPr>
        <p:spPr>
          <a:xfrm>
            <a:off x="80849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0" name="Shape 1297"/>
          <p:cNvSpPr/>
          <p:nvPr/>
        </p:nvSpPr>
        <p:spPr>
          <a:xfrm>
            <a:off x="81992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1" name="Shape 1298"/>
          <p:cNvSpPr/>
          <p:nvPr/>
        </p:nvSpPr>
        <p:spPr>
          <a:xfrm>
            <a:off x="83135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2" name="Shape 1299"/>
          <p:cNvSpPr/>
          <p:nvPr/>
        </p:nvSpPr>
        <p:spPr>
          <a:xfrm>
            <a:off x="84278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3" name="Shape 1300"/>
          <p:cNvSpPr/>
          <p:nvPr/>
        </p:nvSpPr>
        <p:spPr>
          <a:xfrm>
            <a:off x="85421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4" name="Shape 1301"/>
          <p:cNvSpPr/>
          <p:nvPr/>
        </p:nvSpPr>
        <p:spPr>
          <a:xfrm>
            <a:off x="86564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5" name="Shape 1302"/>
          <p:cNvSpPr/>
          <p:nvPr/>
        </p:nvSpPr>
        <p:spPr>
          <a:xfrm>
            <a:off x="87707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6" name="Shape 1303"/>
          <p:cNvSpPr/>
          <p:nvPr/>
        </p:nvSpPr>
        <p:spPr>
          <a:xfrm>
            <a:off x="88850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7" name="Shape 1304"/>
          <p:cNvSpPr/>
          <p:nvPr/>
        </p:nvSpPr>
        <p:spPr>
          <a:xfrm>
            <a:off x="89993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8" name="Shape 1305"/>
          <p:cNvSpPr/>
          <p:nvPr/>
        </p:nvSpPr>
        <p:spPr>
          <a:xfrm>
            <a:off x="91136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9" name="Shape 1306"/>
          <p:cNvSpPr/>
          <p:nvPr/>
        </p:nvSpPr>
        <p:spPr>
          <a:xfrm>
            <a:off x="92279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0" name="Shape 1307"/>
          <p:cNvSpPr/>
          <p:nvPr/>
        </p:nvSpPr>
        <p:spPr>
          <a:xfrm>
            <a:off x="93422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1" name="Shape 1308"/>
          <p:cNvSpPr/>
          <p:nvPr/>
        </p:nvSpPr>
        <p:spPr>
          <a:xfrm>
            <a:off x="94565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2" name="Shape 1309"/>
          <p:cNvSpPr/>
          <p:nvPr/>
        </p:nvSpPr>
        <p:spPr>
          <a:xfrm>
            <a:off x="95708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3" name="Shape 1310"/>
          <p:cNvSpPr/>
          <p:nvPr/>
        </p:nvSpPr>
        <p:spPr>
          <a:xfrm>
            <a:off x="96851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4" name="Shape 1311"/>
          <p:cNvSpPr/>
          <p:nvPr/>
        </p:nvSpPr>
        <p:spPr>
          <a:xfrm>
            <a:off x="97994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5" name="Shape 1312"/>
          <p:cNvSpPr/>
          <p:nvPr/>
        </p:nvSpPr>
        <p:spPr>
          <a:xfrm>
            <a:off x="99137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6" name="Shape 1313"/>
          <p:cNvSpPr/>
          <p:nvPr/>
        </p:nvSpPr>
        <p:spPr>
          <a:xfrm>
            <a:off x="100280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7" name="Shape 1314"/>
          <p:cNvSpPr/>
          <p:nvPr/>
        </p:nvSpPr>
        <p:spPr>
          <a:xfrm>
            <a:off x="101423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8" name="Shape 1315"/>
          <p:cNvSpPr/>
          <p:nvPr/>
        </p:nvSpPr>
        <p:spPr>
          <a:xfrm>
            <a:off x="102566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9" name="Shape 1316"/>
          <p:cNvSpPr/>
          <p:nvPr/>
        </p:nvSpPr>
        <p:spPr>
          <a:xfrm>
            <a:off x="103709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0" name="Shape 1317"/>
          <p:cNvSpPr/>
          <p:nvPr/>
        </p:nvSpPr>
        <p:spPr>
          <a:xfrm>
            <a:off x="104852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1" name="Shape 1318"/>
          <p:cNvSpPr/>
          <p:nvPr/>
        </p:nvSpPr>
        <p:spPr>
          <a:xfrm>
            <a:off x="105995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2" name="Shape 1319"/>
          <p:cNvSpPr/>
          <p:nvPr/>
        </p:nvSpPr>
        <p:spPr>
          <a:xfrm>
            <a:off x="107138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3" name="Shape 1320"/>
          <p:cNvSpPr/>
          <p:nvPr/>
        </p:nvSpPr>
        <p:spPr>
          <a:xfrm>
            <a:off x="108281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4" name="Shape 1321"/>
          <p:cNvSpPr/>
          <p:nvPr/>
        </p:nvSpPr>
        <p:spPr>
          <a:xfrm>
            <a:off x="109424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5" name="Shape 1322"/>
          <p:cNvSpPr/>
          <p:nvPr/>
        </p:nvSpPr>
        <p:spPr>
          <a:xfrm>
            <a:off x="110567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6" name="Shape 1323"/>
          <p:cNvSpPr/>
          <p:nvPr/>
        </p:nvSpPr>
        <p:spPr>
          <a:xfrm>
            <a:off x="11171089" y="275540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7" name="Shape 1324"/>
          <p:cNvSpPr/>
          <p:nvPr/>
        </p:nvSpPr>
        <p:spPr>
          <a:xfrm>
            <a:off x="67133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8" name="Shape 1325"/>
          <p:cNvSpPr/>
          <p:nvPr/>
        </p:nvSpPr>
        <p:spPr>
          <a:xfrm>
            <a:off x="68276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9" name="Shape 1326"/>
          <p:cNvSpPr/>
          <p:nvPr/>
        </p:nvSpPr>
        <p:spPr>
          <a:xfrm>
            <a:off x="69419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0" name="Shape 1327"/>
          <p:cNvSpPr/>
          <p:nvPr/>
        </p:nvSpPr>
        <p:spPr>
          <a:xfrm>
            <a:off x="70562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1" name="Shape 1328"/>
          <p:cNvSpPr/>
          <p:nvPr/>
        </p:nvSpPr>
        <p:spPr>
          <a:xfrm>
            <a:off x="71705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2" name="Shape 1329"/>
          <p:cNvSpPr/>
          <p:nvPr/>
        </p:nvSpPr>
        <p:spPr>
          <a:xfrm>
            <a:off x="72848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3" name="Shape 1330"/>
          <p:cNvSpPr/>
          <p:nvPr/>
        </p:nvSpPr>
        <p:spPr>
          <a:xfrm>
            <a:off x="73991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4" name="Shape 1331"/>
          <p:cNvSpPr/>
          <p:nvPr/>
        </p:nvSpPr>
        <p:spPr>
          <a:xfrm>
            <a:off x="75134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5" name="Shape 1332"/>
          <p:cNvSpPr/>
          <p:nvPr/>
        </p:nvSpPr>
        <p:spPr>
          <a:xfrm>
            <a:off x="76277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6" name="Shape 1333"/>
          <p:cNvSpPr/>
          <p:nvPr/>
        </p:nvSpPr>
        <p:spPr>
          <a:xfrm>
            <a:off x="77420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7" name="Shape 1334"/>
          <p:cNvSpPr/>
          <p:nvPr/>
        </p:nvSpPr>
        <p:spPr>
          <a:xfrm>
            <a:off x="78563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8" name="Shape 1335"/>
          <p:cNvSpPr/>
          <p:nvPr/>
        </p:nvSpPr>
        <p:spPr>
          <a:xfrm>
            <a:off x="79706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9" name="Shape 1336"/>
          <p:cNvSpPr/>
          <p:nvPr/>
        </p:nvSpPr>
        <p:spPr>
          <a:xfrm>
            <a:off x="80849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0" name="Shape 1337"/>
          <p:cNvSpPr/>
          <p:nvPr/>
        </p:nvSpPr>
        <p:spPr>
          <a:xfrm>
            <a:off x="81992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1" name="Shape 1338"/>
          <p:cNvSpPr/>
          <p:nvPr/>
        </p:nvSpPr>
        <p:spPr>
          <a:xfrm>
            <a:off x="83135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2" name="Shape 1339"/>
          <p:cNvSpPr/>
          <p:nvPr/>
        </p:nvSpPr>
        <p:spPr>
          <a:xfrm>
            <a:off x="84278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3" name="Shape 1340"/>
          <p:cNvSpPr/>
          <p:nvPr/>
        </p:nvSpPr>
        <p:spPr>
          <a:xfrm>
            <a:off x="85421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4" name="Shape 1341"/>
          <p:cNvSpPr/>
          <p:nvPr/>
        </p:nvSpPr>
        <p:spPr>
          <a:xfrm>
            <a:off x="86564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5" name="Shape 1342"/>
          <p:cNvSpPr/>
          <p:nvPr/>
        </p:nvSpPr>
        <p:spPr>
          <a:xfrm>
            <a:off x="87707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6" name="Shape 1343"/>
          <p:cNvSpPr/>
          <p:nvPr/>
        </p:nvSpPr>
        <p:spPr>
          <a:xfrm>
            <a:off x="88850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7" name="Shape 1344"/>
          <p:cNvSpPr/>
          <p:nvPr/>
        </p:nvSpPr>
        <p:spPr>
          <a:xfrm>
            <a:off x="89993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8" name="Shape 1345"/>
          <p:cNvSpPr/>
          <p:nvPr/>
        </p:nvSpPr>
        <p:spPr>
          <a:xfrm>
            <a:off x="91136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9" name="Shape 1346"/>
          <p:cNvSpPr/>
          <p:nvPr/>
        </p:nvSpPr>
        <p:spPr>
          <a:xfrm>
            <a:off x="92279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0" name="Shape 1347"/>
          <p:cNvSpPr/>
          <p:nvPr/>
        </p:nvSpPr>
        <p:spPr>
          <a:xfrm>
            <a:off x="93422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1" name="Shape 1348"/>
          <p:cNvSpPr/>
          <p:nvPr/>
        </p:nvSpPr>
        <p:spPr>
          <a:xfrm>
            <a:off x="94565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2" name="Shape 1349"/>
          <p:cNvSpPr/>
          <p:nvPr/>
        </p:nvSpPr>
        <p:spPr>
          <a:xfrm>
            <a:off x="95708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3" name="Shape 1350"/>
          <p:cNvSpPr/>
          <p:nvPr/>
        </p:nvSpPr>
        <p:spPr>
          <a:xfrm>
            <a:off x="96851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4" name="Shape 1351"/>
          <p:cNvSpPr/>
          <p:nvPr/>
        </p:nvSpPr>
        <p:spPr>
          <a:xfrm>
            <a:off x="97994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5" name="Shape 1352"/>
          <p:cNvSpPr/>
          <p:nvPr/>
        </p:nvSpPr>
        <p:spPr>
          <a:xfrm>
            <a:off x="99137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6" name="Shape 1353"/>
          <p:cNvSpPr/>
          <p:nvPr/>
        </p:nvSpPr>
        <p:spPr>
          <a:xfrm>
            <a:off x="100280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7" name="Shape 1354"/>
          <p:cNvSpPr/>
          <p:nvPr/>
        </p:nvSpPr>
        <p:spPr>
          <a:xfrm>
            <a:off x="101423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8" name="Shape 1355"/>
          <p:cNvSpPr/>
          <p:nvPr/>
        </p:nvSpPr>
        <p:spPr>
          <a:xfrm>
            <a:off x="102566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9" name="Shape 1356"/>
          <p:cNvSpPr/>
          <p:nvPr/>
        </p:nvSpPr>
        <p:spPr>
          <a:xfrm>
            <a:off x="103709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0" name="Shape 1357"/>
          <p:cNvSpPr/>
          <p:nvPr/>
        </p:nvSpPr>
        <p:spPr>
          <a:xfrm>
            <a:off x="104852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1" name="Shape 1358"/>
          <p:cNvSpPr/>
          <p:nvPr/>
        </p:nvSpPr>
        <p:spPr>
          <a:xfrm>
            <a:off x="105995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2" name="Shape 1359"/>
          <p:cNvSpPr/>
          <p:nvPr/>
        </p:nvSpPr>
        <p:spPr>
          <a:xfrm>
            <a:off x="107138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3" name="Shape 1360"/>
          <p:cNvSpPr/>
          <p:nvPr/>
        </p:nvSpPr>
        <p:spPr>
          <a:xfrm>
            <a:off x="108281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4" name="Shape 1361"/>
          <p:cNvSpPr/>
          <p:nvPr/>
        </p:nvSpPr>
        <p:spPr>
          <a:xfrm>
            <a:off x="109424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5" name="Shape 1362"/>
          <p:cNvSpPr/>
          <p:nvPr/>
        </p:nvSpPr>
        <p:spPr>
          <a:xfrm>
            <a:off x="110567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6" name="Shape 1363"/>
          <p:cNvSpPr/>
          <p:nvPr/>
        </p:nvSpPr>
        <p:spPr>
          <a:xfrm>
            <a:off x="11171089" y="282051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7" name="Shape 1364"/>
          <p:cNvSpPr/>
          <p:nvPr/>
        </p:nvSpPr>
        <p:spPr>
          <a:xfrm>
            <a:off x="67133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8" name="Shape 1365"/>
          <p:cNvSpPr/>
          <p:nvPr/>
        </p:nvSpPr>
        <p:spPr>
          <a:xfrm>
            <a:off x="68276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9" name="Shape 1366"/>
          <p:cNvSpPr/>
          <p:nvPr/>
        </p:nvSpPr>
        <p:spPr>
          <a:xfrm>
            <a:off x="69419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0" name="Shape 1367"/>
          <p:cNvSpPr/>
          <p:nvPr/>
        </p:nvSpPr>
        <p:spPr>
          <a:xfrm>
            <a:off x="70562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1" name="Shape 1368"/>
          <p:cNvSpPr/>
          <p:nvPr/>
        </p:nvSpPr>
        <p:spPr>
          <a:xfrm>
            <a:off x="71705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2" name="Shape 1369"/>
          <p:cNvSpPr/>
          <p:nvPr/>
        </p:nvSpPr>
        <p:spPr>
          <a:xfrm>
            <a:off x="72848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3" name="Shape 1370"/>
          <p:cNvSpPr/>
          <p:nvPr/>
        </p:nvSpPr>
        <p:spPr>
          <a:xfrm>
            <a:off x="73991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4" name="Shape 1371"/>
          <p:cNvSpPr/>
          <p:nvPr/>
        </p:nvSpPr>
        <p:spPr>
          <a:xfrm>
            <a:off x="75134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5" name="Shape 1372"/>
          <p:cNvSpPr/>
          <p:nvPr/>
        </p:nvSpPr>
        <p:spPr>
          <a:xfrm>
            <a:off x="76277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6" name="Shape 1373"/>
          <p:cNvSpPr/>
          <p:nvPr/>
        </p:nvSpPr>
        <p:spPr>
          <a:xfrm>
            <a:off x="77420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7" name="Shape 1374"/>
          <p:cNvSpPr/>
          <p:nvPr/>
        </p:nvSpPr>
        <p:spPr>
          <a:xfrm>
            <a:off x="78563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8" name="Shape 1375"/>
          <p:cNvSpPr/>
          <p:nvPr/>
        </p:nvSpPr>
        <p:spPr>
          <a:xfrm>
            <a:off x="79706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9" name="Shape 1376"/>
          <p:cNvSpPr/>
          <p:nvPr/>
        </p:nvSpPr>
        <p:spPr>
          <a:xfrm>
            <a:off x="80849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0" name="Shape 1377"/>
          <p:cNvSpPr/>
          <p:nvPr/>
        </p:nvSpPr>
        <p:spPr>
          <a:xfrm>
            <a:off x="81992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1" name="Shape 1378"/>
          <p:cNvSpPr/>
          <p:nvPr/>
        </p:nvSpPr>
        <p:spPr>
          <a:xfrm>
            <a:off x="83135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2" name="Shape 1379"/>
          <p:cNvSpPr/>
          <p:nvPr/>
        </p:nvSpPr>
        <p:spPr>
          <a:xfrm>
            <a:off x="84278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3" name="Shape 1380"/>
          <p:cNvSpPr/>
          <p:nvPr/>
        </p:nvSpPr>
        <p:spPr>
          <a:xfrm>
            <a:off x="85421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4" name="Shape 1381"/>
          <p:cNvSpPr/>
          <p:nvPr/>
        </p:nvSpPr>
        <p:spPr>
          <a:xfrm>
            <a:off x="86564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5" name="Shape 1382"/>
          <p:cNvSpPr/>
          <p:nvPr/>
        </p:nvSpPr>
        <p:spPr>
          <a:xfrm>
            <a:off x="87707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6" name="Shape 1383"/>
          <p:cNvSpPr/>
          <p:nvPr/>
        </p:nvSpPr>
        <p:spPr>
          <a:xfrm>
            <a:off x="88850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7" name="Shape 1384"/>
          <p:cNvSpPr/>
          <p:nvPr/>
        </p:nvSpPr>
        <p:spPr>
          <a:xfrm>
            <a:off x="89993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8" name="Shape 1385"/>
          <p:cNvSpPr/>
          <p:nvPr/>
        </p:nvSpPr>
        <p:spPr>
          <a:xfrm>
            <a:off x="91136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9" name="Shape 1386"/>
          <p:cNvSpPr/>
          <p:nvPr/>
        </p:nvSpPr>
        <p:spPr>
          <a:xfrm>
            <a:off x="92279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0" name="Shape 1387"/>
          <p:cNvSpPr/>
          <p:nvPr/>
        </p:nvSpPr>
        <p:spPr>
          <a:xfrm>
            <a:off x="93422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1" name="Shape 1388"/>
          <p:cNvSpPr/>
          <p:nvPr/>
        </p:nvSpPr>
        <p:spPr>
          <a:xfrm>
            <a:off x="94565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2" name="Shape 1389"/>
          <p:cNvSpPr/>
          <p:nvPr/>
        </p:nvSpPr>
        <p:spPr>
          <a:xfrm>
            <a:off x="95708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3" name="Shape 1390"/>
          <p:cNvSpPr/>
          <p:nvPr/>
        </p:nvSpPr>
        <p:spPr>
          <a:xfrm>
            <a:off x="96851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4" name="Shape 1391"/>
          <p:cNvSpPr/>
          <p:nvPr/>
        </p:nvSpPr>
        <p:spPr>
          <a:xfrm>
            <a:off x="97994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5" name="Shape 1392"/>
          <p:cNvSpPr/>
          <p:nvPr/>
        </p:nvSpPr>
        <p:spPr>
          <a:xfrm>
            <a:off x="99137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6" name="Shape 1393"/>
          <p:cNvSpPr/>
          <p:nvPr/>
        </p:nvSpPr>
        <p:spPr>
          <a:xfrm>
            <a:off x="100280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7" name="Shape 1394"/>
          <p:cNvSpPr/>
          <p:nvPr/>
        </p:nvSpPr>
        <p:spPr>
          <a:xfrm>
            <a:off x="101423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8" name="Shape 1395"/>
          <p:cNvSpPr/>
          <p:nvPr/>
        </p:nvSpPr>
        <p:spPr>
          <a:xfrm>
            <a:off x="102566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9" name="Shape 1396"/>
          <p:cNvSpPr/>
          <p:nvPr/>
        </p:nvSpPr>
        <p:spPr>
          <a:xfrm>
            <a:off x="103709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0" name="Shape 1397"/>
          <p:cNvSpPr/>
          <p:nvPr/>
        </p:nvSpPr>
        <p:spPr>
          <a:xfrm>
            <a:off x="104852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1" name="Shape 1398"/>
          <p:cNvSpPr/>
          <p:nvPr/>
        </p:nvSpPr>
        <p:spPr>
          <a:xfrm>
            <a:off x="105995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2" name="Shape 1399"/>
          <p:cNvSpPr/>
          <p:nvPr/>
        </p:nvSpPr>
        <p:spPr>
          <a:xfrm>
            <a:off x="107138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3" name="Shape 1400"/>
          <p:cNvSpPr/>
          <p:nvPr/>
        </p:nvSpPr>
        <p:spPr>
          <a:xfrm>
            <a:off x="108281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4" name="Shape 1401"/>
          <p:cNvSpPr/>
          <p:nvPr/>
        </p:nvSpPr>
        <p:spPr>
          <a:xfrm>
            <a:off x="109424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5" name="Shape 1402"/>
          <p:cNvSpPr/>
          <p:nvPr/>
        </p:nvSpPr>
        <p:spPr>
          <a:xfrm>
            <a:off x="110567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6" name="Shape 1403"/>
          <p:cNvSpPr/>
          <p:nvPr/>
        </p:nvSpPr>
        <p:spPr>
          <a:xfrm>
            <a:off x="11171089" y="288562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7" name="Shape 1404"/>
          <p:cNvSpPr/>
          <p:nvPr/>
        </p:nvSpPr>
        <p:spPr>
          <a:xfrm>
            <a:off x="67133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8" name="Shape 1405"/>
          <p:cNvSpPr/>
          <p:nvPr/>
        </p:nvSpPr>
        <p:spPr>
          <a:xfrm>
            <a:off x="68276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9" name="Shape 1406"/>
          <p:cNvSpPr/>
          <p:nvPr/>
        </p:nvSpPr>
        <p:spPr>
          <a:xfrm>
            <a:off x="69419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0" name="Shape 1407"/>
          <p:cNvSpPr/>
          <p:nvPr/>
        </p:nvSpPr>
        <p:spPr>
          <a:xfrm>
            <a:off x="70562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1" name="Shape 1408"/>
          <p:cNvSpPr/>
          <p:nvPr/>
        </p:nvSpPr>
        <p:spPr>
          <a:xfrm>
            <a:off x="71705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2" name="Shape 1409"/>
          <p:cNvSpPr/>
          <p:nvPr/>
        </p:nvSpPr>
        <p:spPr>
          <a:xfrm>
            <a:off x="72848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3" name="Shape 1410"/>
          <p:cNvSpPr/>
          <p:nvPr/>
        </p:nvSpPr>
        <p:spPr>
          <a:xfrm>
            <a:off x="73991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4" name="Shape 1411"/>
          <p:cNvSpPr/>
          <p:nvPr/>
        </p:nvSpPr>
        <p:spPr>
          <a:xfrm>
            <a:off x="75134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5" name="Shape 1412"/>
          <p:cNvSpPr/>
          <p:nvPr/>
        </p:nvSpPr>
        <p:spPr>
          <a:xfrm>
            <a:off x="76277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6" name="Shape 1413"/>
          <p:cNvSpPr/>
          <p:nvPr/>
        </p:nvSpPr>
        <p:spPr>
          <a:xfrm>
            <a:off x="77420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7" name="Shape 1414"/>
          <p:cNvSpPr/>
          <p:nvPr/>
        </p:nvSpPr>
        <p:spPr>
          <a:xfrm>
            <a:off x="78563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8" name="Shape 1415"/>
          <p:cNvSpPr/>
          <p:nvPr/>
        </p:nvSpPr>
        <p:spPr>
          <a:xfrm>
            <a:off x="79706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9" name="Shape 1416"/>
          <p:cNvSpPr/>
          <p:nvPr/>
        </p:nvSpPr>
        <p:spPr>
          <a:xfrm>
            <a:off x="80849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0" name="Shape 1417"/>
          <p:cNvSpPr/>
          <p:nvPr/>
        </p:nvSpPr>
        <p:spPr>
          <a:xfrm>
            <a:off x="81992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1" name="Shape 1418"/>
          <p:cNvSpPr/>
          <p:nvPr/>
        </p:nvSpPr>
        <p:spPr>
          <a:xfrm>
            <a:off x="83135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2" name="Shape 1419"/>
          <p:cNvSpPr/>
          <p:nvPr/>
        </p:nvSpPr>
        <p:spPr>
          <a:xfrm>
            <a:off x="84278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3" name="Shape 1420"/>
          <p:cNvSpPr/>
          <p:nvPr/>
        </p:nvSpPr>
        <p:spPr>
          <a:xfrm>
            <a:off x="85421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4" name="Shape 1421"/>
          <p:cNvSpPr/>
          <p:nvPr/>
        </p:nvSpPr>
        <p:spPr>
          <a:xfrm>
            <a:off x="86564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5" name="Shape 1422"/>
          <p:cNvSpPr/>
          <p:nvPr/>
        </p:nvSpPr>
        <p:spPr>
          <a:xfrm>
            <a:off x="87707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6" name="Shape 1423"/>
          <p:cNvSpPr/>
          <p:nvPr/>
        </p:nvSpPr>
        <p:spPr>
          <a:xfrm>
            <a:off x="88850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7" name="Shape 1424"/>
          <p:cNvSpPr/>
          <p:nvPr/>
        </p:nvSpPr>
        <p:spPr>
          <a:xfrm>
            <a:off x="89993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8" name="Shape 1425"/>
          <p:cNvSpPr/>
          <p:nvPr/>
        </p:nvSpPr>
        <p:spPr>
          <a:xfrm>
            <a:off x="91136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9" name="Shape 1426"/>
          <p:cNvSpPr/>
          <p:nvPr/>
        </p:nvSpPr>
        <p:spPr>
          <a:xfrm>
            <a:off x="92279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0" name="Shape 1427"/>
          <p:cNvSpPr/>
          <p:nvPr/>
        </p:nvSpPr>
        <p:spPr>
          <a:xfrm>
            <a:off x="93422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1" name="Shape 1428"/>
          <p:cNvSpPr/>
          <p:nvPr/>
        </p:nvSpPr>
        <p:spPr>
          <a:xfrm>
            <a:off x="94565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2" name="Shape 1429"/>
          <p:cNvSpPr/>
          <p:nvPr/>
        </p:nvSpPr>
        <p:spPr>
          <a:xfrm>
            <a:off x="95708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3" name="Shape 1430"/>
          <p:cNvSpPr/>
          <p:nvPr/>
        </p:nvSpPr>
        <p:spPr>
          <a:xfrm>
            <a:off x="96851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4" name="Shape 1431"/>
          <p:cNvSpPr/>
          <p:nvPr/>
        </p:nvSpPr>
        <p:spPr>
          <a:xfrm>
            <a:off x="97994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5" name="Shape 1432"/>
          <p:cNvSpPr/>
          <p:nvPr/>
        </p:nvSpPr>
        <p:spPr>
          <a:xfrm>
            <a:off x="99137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6" name="Shape 1433"/>
          <p:cNvSpPr/>
          <p:nvPr/>
        </p:nvSpPr>
        <p:spPr>
          <a:xfrm>
            <a:off x="100280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7" name="Shape 1434"/>
          <p:cNvSpPr/>
          <p:nvPr/>
        </p:nvSpPr>
        <p:spPr>
          <a:xfrm>
            <a:off x="101423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8" name="Shape 1435"/>
          <p:cNvSpPr/>
          <p:nvPr/>
        </p:nvSpPr>
        <p:spPr>
          <a:xfrm>
            <a:off x="102566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9" name="Shape 1436"/>
          <p:cNvSpPr/>
          <p:nvPr/>
        </p:nvSpPr>
        <p:spPr>
          <a:xfrm>
            <a:off x="103709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0" name="Shape 1437"/>
          <p:cNvSpPr/>
          <p:nvPr/>
        </p:nvSpPr>
        <p:spPr>
          <a:xfrm>
            <a:off x="104852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1" name="Shape 1438"/>
          <p:cNvSpPr/>
          <p:nvPr/>
        </p:nvSpPr>
        <p:spPr>
          <a:xfrm>
            <a:off x="105995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2" name="Shape 1439"/>
          <p:cNvSpPr/>
          <p:nvPr/>
        </p:nvSpPr>
        <p:spPr>
          <a:xfrm>
            <a:off x="107138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3" name="Shape 1440"/>
          <p:cNvSpPr/>
          <p:nvPr/>
        </p:nvSpPr>
        <p:spPr>
          <a:xfrm>
            <a:off x="108281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4" name="Shape 1441"/>
          <p:cNvSpPr/>
          <p:nvPr/>
        </p:nvSpPr>
        <p:spPr>
          <a:xfrm>
            <a:off x="109424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5" name="Shape 1442"/>
          <p:cNvSpPr/>
          <p:nvPr/>
        </p:nvSpPr>
        <p:spPr>
          <a:xfrm>
            <a:off x="110567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6" name="Shape 1443"/>
          <p:cNvSpPr/>
          <p:nvPr/>
        </p:nvSpPr>
        <p:spPr>
          <a:xfrm>
            <a:off x="11171089" y="295072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7" name="Shape 1444"/>
          <p:cNvSpPr/>
          <p:nvPr/>
        </p:nvSpPr>
        <p:spPr>
          <a:xfrm>
            <a:off x="67133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8" name="Shape 1445"/>
          <p:cNvSpPr/>
          <p:nvPr/>
        </p:nvSpPr>
        <p:spPr>
          <a:xfrm>
            <a:off x="68276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9" name="Shape 1446"/>
          <p:cNvSpPr/>
          <p:nvPr/>
        </p:nvSpPr>
        <p:spPr>
          <a:xfrm>
            <a:off x="69419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0" name="Shape 1447"/>
          <p:cNvSpPr/>
          <p:nvPr/>
        </p:nvSpPr>
        <p:spPr>
          <a:xfrm>
            <a:off x="70562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1" name="Shape 1448"/>
          <p:cNvSpPr/>
          <p:nvPr/>
        </p:nvSpPr>
        <p:spPr>
          <a:xfrm>
            <a:off x="71705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2" name="Shape 1449"/>
          <p:cNvSpPr/>
          <p:nvPr/>
        </p:nvSpPr>
        <p:spPr>
          <a:xfrm>
            <a:off x="72848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3" name="Shape 1450"/>
          <p:cNvSpPr/>
          <p:nvPr/>
        </p:nvSpPr>
        <p:spPr>
          <a:xfrm>
            <a:off x="73991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4" name="Shape 1451"/>
          <p:cNvSpPr/>
          <p:nvPr/>
        </p:nvSpPr>
        <p:spPr>
          <a:xfrm>
            <a:off x="75134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5" name="Shape 1452"/>
          <p:cNvSpPr/>
          <p:nvPr/>
        </p:nvSpPr>
        <p:spPr>
          <a:xfrm>
            <a:off x="76277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6" name="Shape 1453"/>
          <p:cNvSpPr/>
          <p:nvPr/>
        </p:nvSpPr>
        <p:spPr>
          <a:xfrm>
            <a:off x="77420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7" name="Shape 1454"/>
          <p:cNvSpPr/>
          <p:nvPr/>
        </p:nvSpPr>
        <p:spPr>
          <a:xfrm>
            <a:off x="78563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8" name="Shape 1455"/>
          <p:cNvSpPr/>
          <p:nvPr/>
        </p:nvSpPr>
        <p:spPr>
          <a:xfrm>
            <a:off x="79706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9" name="Shape 1456"/>
          <p:cNvSpPr/>
          <p:nvPr/>
        </p:nvSpPr>
        <p:spPr>
          <a:xfrm>
            <a:off x="80849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0" name="Shape 1457"/>
          <p:cNvSpPr/>
          <p:nvPr/>
        </p:nvSpPr>
        <p:spPr>
          <a:xfrm>
            <a:off x="81992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1" name="Shape 1458"/>
          <p:cNvSpPr/>
          <p:nvPr/>
        </p:nvSpPr>
        <p:spPr>
          <a:xfrm>
            <a:off x="83135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2" name="Shape 1459"/>
          <p:cNvSpPr/>
          <p:nvPr/>
        </p:nvSpPr>
        <p:spPr>
          <a:xfrm>
            <a:off x="84278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3" name="Shape 1460"/>
          <p:cNvSpPr/>
          <p:nvPr/>
        </p:nvSpPr>
        <p:spPr>
          <a:xfrm>
            <a:off x="85421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4" name="Shape 1461"/>
          <p:cNvSpPr/>
          <p:nvPr/>
        </p:nvSpPr>
        <p:spPr>
          <a:xfrm>
            <a:off x="86564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5" name="Shape 1462"/>
          <p:cNvSpPr/>
          <p:nvPr/>
        </p:nvSpPr>
        <p:spPr>
          <a:xfrm>
            <a:off x="87707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6" name="Shape 1463"/>
          <p:cNvSpPr/>
          <p:nvPr/>
        </p:nvSpPr>
        <p:spPr>
          <a:xfrm>
            <a:off x="88850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7" name="Shape 1464"/>
          <p:cNvSpPr/>
          <p:nvPr/>
        </p:nvSpPr>
        <p:spPr>
          <a:xfrm>
            <a:off x="89993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8" name="Shape 1465"/>
          <p:cNvSpPr/>
          <p:nvPr/>
        </p:nvSpPr>
        <p:spPr>
          <a:xfrm>
            <a:off x="91136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9" name="Shape 1466"/>
          <p:cNvSpPr/>
          <p:nvPr/>
        </p:nvSpPr>
        <p:spPr>
          <a:xfrm>
            <a:off x="92279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0" name="Shape 1467"/>
          <p:cNvSpPr/>
          <p:nvPr/>
        </p:nvSpPr>
        <p:spPr>
          <a:xfrm>
            <a:off x="93422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1" name="Shape 1468"/>
          <p:cNvSpPr/>
          <p:nvPr/>
        </p:nvSpPr>
        <p:spPr>
          <a:xfrm>
            <a:off x="94565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2" name="Shape 1469"/>
          <p:cNvSpPr/>
          <p:nvPr/>
        </p:nvSpPr>
        <p:spPr>
          <a:xfrm>
            <a:off x="95708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3" name="Shape 1470"/>
          <p:cNvSpPr/>
          <p:nvPr/>
        </p:nvSpPr>
        <p:spPr>
          <a:xfrm>
            <a:off x="96851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4" name="Shape 1471"/>
          <p:cNvSpPr/>
          <p:nvPr/>
        </p:nvSpPr>
        <p:spPr>
          <a:xfrm>
            <a:off x="97994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5" name="Shape 1472"/>
          <p:cNvSpPr/>
          <p:nvPr/>
        </p:nvSpPr>
        <p:spPr>
          <a:xfrm>
            <a:off x="99137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6" name="Shape 1473"/>
          <p:cNvSpPr/>
          <p:nvPr/>
        </p:nvSpPr>
        <p:spPr>
          <a:xfrm>
            <a:off x="100280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7" name="Shape 1474"/>
          <p:cNvSpPr/>
          <p:nvPr/>
        </p:nvSpPr>
        <p:spPr>
          <a:xfrm>
            <a:off x="101423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8" name="Shape 1475"/>
          <p:cNvSpPr/>
          <p:nvPr/>
        </p:nvSpPr>
        <p:spPr>
          <a:xfrm>
            <a:off x="102566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9" name="Shape 1476"/>
          <p:cNvSpPr/>
          <p:nvPr/>
        </p:nvSpPr>
        <p:spPr>
          <a:xfrm>
            <a:off x="103709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0" name="Shape 1477"/>
          <p:cNvSpPr/>
          <p:nvPr/>
        </p:nvSpPr>
        <p:spPr>
          <a:xfrm>
            <a:off x="104852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1" name="Shape 1478"/>
          <p:cNvSpPr/>
          <p:nvPr/>
        </p:nvSpPr>
        <p:spPr>
          <a:xfrm>
            <a:off x="105995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2" name="Shape 1479"/>
          <p:cNvSpPr/>
          <p:nvPr/>
        </p:nvSpPr>
        <p:spPr>
          <a:xfrm>
            <a:off x="107138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3" name="Shape 1480"/>
          <p:cNvSpPr/>
          <p:nvPr/>
        </p:nvSpPr>
        <p:spPr>
          <a:xfrm>
            <a:off x="108281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4" name="Shape 1481"/>
          <p:cNvSpPr/>
          <p:nvPr/>
        </p:nvSpPr>
        <p:spPr>
          <a:xfrm>
            <a:off x="109424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5" name="Shape 1482"/>
          <p:cNvSpPr/>
          <p:nvPr/>
        </p:nvSpPr>
        <p:spPr>
          <a:xfrm>
            <a:off x="110567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6" name="Shape 1483"/>
          <p:cNvSpPr/>
          <p:nvPr/>
        </p:nvSpPr>
        <p:spPr>
          <a:xfrm>
            <a:off x="11171089" y="3015830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7" name="Shape 1484"/>
          <p:cNvSpPr/>
          <p:nvPr/>
        </p:nvSpPr>
        <p:spPr>
          <a:xfrm>
            <a:off x="67133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8" name="Shape 1485"/>
          <p:cNvSpPr/>
          <p:nvPr/>
        </p:nvSpPr>
        <p:spPr>
          <a:xfrm>
            <a:off x="68276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9" name="Shape 1486"/>
          <p:cNvSpPr/>
          <p:nvPr/>
        </p:nvSpPr>
        <p:spPr>
          <a:xfrm>
            <a:off x="69419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0" name="Shape 1487"/>
          <p:cNvSpPr/>
          <p:nvPr/>
        </p:nvSpPr>
        <p:spPr>
          <a:xfrm>
            <a:off x="70562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1" name="Shape 1488"/>
          <p:cNvSpPr/>
          <p:nvPr/>
        </p:nvSpPr>
        <p:spPr>
          <a:xfrm>
            <a:off x="71705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2" name="Shape 1489"/>
          <p:cNvSpPr/>
          <p:nvPr/>
        </p:nvSpPr>
        <p:spPr>
          <a:xfrm>
            <a:off x="72848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3" name="Shape 1490"/>
          <p:cNvSpPr/>
          <p:nvPr/>
        </p:nvSpPr>
        <p:spPr>
          <a:xfrm>
            <a:off x="73991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4" name="Shape 1491"/>
          <p:cNvSpPr/>
          <p:nvPr/>
        </p:nvSpPr>
        <p:spPr>
          <a:xfrm>
            <a:off x="75134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5" name="Shape 1492"/>
          <p:cNvSpPr/>
          <p:nvPr/>
        </p:nvSpPr>
        <p:spPr>
          <a:xfrm>
            <a:off x="76277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6" name="Shape 1493"/>
          <p:cNvSpPr/>
          <p:nvPr/>
        </p:nvSpPr>
        <p:spPr>
          <a:xfrm>
            <a:off x="77420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7" name="Shape 1494"/>
          <p:cNvSpPr/>
          <p:nvPr/>
        </p:nvSpPr>
        <p:spPr>
          <a:xfrm>
            <a:off x="78563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8" name="Shape 1495"/>
          <p:cNvSpPr/>
          <p:nvPr/>
        </p:nvSpPr>
        <p:spPr>
          <a:xfrm>
            <a:off x="79706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9" name="Shape 1496"/>
          <p:cNvSpPr/>
          <p:nvPr/>
        </p:nvSpPr>
        <p:spPr>
          <a:xfrm>
            <a:off x="80849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0" name="Shape 1497"/>
          <p:cNvSpPr/>
          <p:nvPr/>
        </p:nvSpPr>
        <p:spPr>
          <a:xfrm>
            <a:off x="81992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1" name="Shape 1498"/>
          <p:cNvSpPr/>
          <p:nvPr/>
        </p:nvSpPr>
        <p:spPr>
          <a:xfrm>
            <a:off x="83135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2" name="Shape 1499"/>
          <p:cNvSpPr/>
          <p:nvPr/>
        </p:nvSpPr>
        <p:spPr>
          <a:xfrm>
            <a:off x="84278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3" name="Shape 1500"/>
          <p:cNvSpPr/>
          <p:nvPr/>
        </p:nvSpPr>
        <p:spPr>
          <a:xfrm>
            <a:off x="85421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4" name="Shape 1501"/>
          <p:cNvSpPr/>
          <p:nvPr/>
        </p:nvSpPr>
        <p:spPr>
          <a:xfrm>
            <a:off x="86564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5" name="Shape 1502"/>
          <p:cNvSpPr/>
          <p:nvPr/>
        </p:nvSpPr>
        <p:spPr>
          <a:xfrm>
            <a:off x="87707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6" name="Shape 1503"/>
          <p:cNvSpPr/>
          <p:nvPr/>
        </p:nvSpPr>
        <p:spPr>
          <a:xfrm>
            <a:off x="88850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7" name="Shape 1504"/>
          <p:cNvSpPr/>
          <p:nvPr/>
        </p:nvSpPr>
        <p:spPr>
          <a:xfrm>
            <a:off x="89993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8" name="Shape 1505"/>
          <p:cNvSpPr/>
          <p:nvPr/>
        </p:nvSpPr>
        <p:spPr>
          <a:xfrm>
            <a:off x="91136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9" name="Shape 1506"/>
          <p:cNvSpPr/>
          <p:nvPr/>
        </p:nvSpPr>
        <p:spPr>
          <a:xfrm>
            <a:off x="92279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0" name="Shape 1507"/>
          <p:cNvSpPr/>
          <p:nvPr/>
        </p:nvSpPr>
        <p:spPr>
          <a:xfrm>
            <a:off x="93422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1" name="Shape 1508"/>
          <p:cNvSpPr/>
          <p:nvPr/>
        </p:nvSpPr>
        <p:spPr>
          <a:xfrm>
            <a:off x="94565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2" name="Shape 1509"/>
          <p:cNvSpPr/>
          <p:nvPr/>
        </p:nvSpPr>
        <p:spPr>
          <a:xfrm>
            <a:off x="95708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3" name="Shape 1510"/>
          <p:cNvSpPr/>
          <p:nvPr/>
        </p:nvSpPr>
        <p:spPr>
          <a:xfrm>
            <a:off x="96851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4" name="Shape 1511"/>
          <p:cNvSpPr/>
          <p:nvPr/>
        </p:nvSpPr>
        <p:spPr>
          <a:xfrm>
            <a:off x="97994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5" name="Shape 1512"/>
          <p:cNvSpPr/>
          <p:nvPr/>
        </p:nvSpPr>
        <p:spPr>
          <a:xfrm>
            <a:off x="99137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6" name="Shape 1513"/>
          <p:cNvSpPr/>
          <p:nvPr/>
        </p:nvSpPr>
        <p:spPr>
          <a:xfrm>
            <a:off x="100280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7" name="Shape 1514"/>
          <p:cNvSpPr/>
          <p:nvPr/>
        </p:nvSpPr>
        <p:spPr>
          <a:xfrm>
            <a:off x="101423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8" name="Shape 1515"/>
          <p:cNvSpPr/>
          <p:nvPr/>
        </p:nvSpPr>
        <p:spPr>
          <a:xfrm>
            <a:off x="102566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9" name="Shape 1516"/>
          <p:cNvSpPr/>
          <p:nvPr/>
        </p:nvSpPr>
        <p:spPr>
          <a:xfrm>
            <a:off x="103709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0" name="Shape 1517"/>
          <p:cNvSpPr/>
          <p:nvPr/>
        </p:nvSpPr>
        <p:spPr>
          <a:xfrm>
            <a:off x="104852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1" name="Shape 1518"/>
          <p:cNvSpPr/>
          <p:nvPr/>
        </p:nvSpPr>
        <p:spPr>
          <a:xfrm>
            <a:off x="105995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2" name="Shape 1519"/>
          <p:cNvSpPr/>
          <p:nvPr/>
        </p:nvSpPr>
        <p:spPr>
          <a:xfrm>
            <a:off x="107138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3" name="Shape 1520"/>
          <p:cNvSpPr/>
          <p:nvPr/>
        </p:nvSpPr>
        <p:spPr>
          <a:xfrm>
            <a:off x="108281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4" name="Shape 1521"/>
          <p:cNvSpPr/>
          <p:nvPr/>
        </p:nvSpPr>
        <p:spPr>
          <a:xfrm>
            <a:off x="109424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5" name="Shape 1522"/>
          <p:cNvSpPr/>
          <p:nvPr/>
        </p:nvSpPr>
        <p:spPr>
          <a:xfrm>
            <a:off x="110567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6" name="Shape 1523"/>
          <p:cNvSpPr/>
          <p:nvPr/>
        </p:nvSpPr>
        <p:spPr>
          <a:xfrm>
            <a:off x="11171089" y="3080935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7" name="Shape 1524"/>
          <p:cNvSpPr/>
          <p:nvPr/>
        </p:nvSpPr>
        <p:spPr>
          <a:xfrm>
            <a:off x="67133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8" name="Shape 1525"/>
          <p:cNvSpPr/>
          <p:nvPr/>
        </p:nvSpPr>
        <p:spPr>
          <a:xfrm>
            <a:off x="68276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9" name="Shape 1526"/>
          <p:cNvSpPr/>
          <p:nvPr/>
        </p:nvSpPr>
        <p:spPr>
          <a:xfrm>
            <a:off x="69419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0" name="Shape 1527"/>
          <p:cNvSpPr/>
          <p:nvPr/>
        </p:nvSpPr>
        <p:spPr>
          <a:xfrm>
            <a:off x="70562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1" name="Shape 1528"/>
          <p:cNvSpPr/>
          <p:nvPr/>
        </p:nvSpPr>
        <p:spPr>
          <a:xfrm>
            <a:off x="71705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2" name="Shape 1529"/>
          <p:cNvSpPr/>
          <p:nvPr/>
        </p:nvSpPr>
        <p:spPr>
          <a:xfrm>
            <a:off x="72848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3" name="Shape 1530"/>
          <p:cNvSpPr/>
          <p:nvPr/>
        </p:nvSpPr>
        <p:spPr>
          <a:xfrm>
            <a:off x="73991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4" name="Shape 1531"/>
          <p:cNvSpPr/>
          <p:nvPr/>
        </p:nvSpPr>
        <p:spPr>
          <a:xfrm>
            <a:off x="75134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5" name="Shape 1532"/>
          <p:cNvSpPr/>
          <p:nvPr/>
        </p:nvSpPr>
        <p:spPr>
          <a:xfrm>
            <a:off x="76277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6" name="Shape 1533"/>
          <p:cNvSpPr/>
          <p:nvPr/>
        </p:nvSpPr>
        <p:spPr>
          <a:xfrm>
            <a:off x="77420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7" name="Shape 1534"/>
          <p:cNvSpPr/>
          <p:nvPr/>
        </p:nvSpPr>
        <p:spPr>
          <a:xfrm>
            <a:off x="78563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8" name="Shape 1535"/>
          <p:cNvSpPr/>
          <p:nvPr/>
        </p:nvSpPr>
        <p:spPr>
          <a:xfrm>
            <a:off x="79706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9" name="Shape 1536"/>
          <p:cNvSpPr/>
          <p:nvPr/>
        </p:nvSpPr>
        <p:spPr>
          <a:xfrm>
            <a:off x="80849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0" name="Shape 1537"/>
          <p:cNvSpPr/>
          <p:nvPr/>
        </p:nvSpPr>
        <p:spPr>
          <a:xfrm>
            <a:off x="81992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1" name="Shape 1538"/>
          <p:cNvSpPr/>
          <p:nvPr/>
        </p:nvSpPr>
        <p:spPr>
          <a:xfrm>
            <a:off x="83135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2" name="Shape 1539"/>
          <p:cNvSpPr/>
          <p:nvPr/>
        </p:nvSpPr>
        <p:spPr>
          <a:xfrm>
            <a:off x="84278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3" name="Shape 1540"/>
          <p:cNvSpPr/>
          <p:nvPr/>
        </p:nvSpPr>
        <p:spPr>
          <a:xfrm>
            <a:off x="85421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4" name="Shape 1541"/>
          <p:cNvSpPr/>
          <p:nvPr/>
        </p:nvSpPr>
        <p:spPr>
          <a:xfrm>
            <a:off x="86564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5" name="Shape 1542"/>
          <p:cNvSpPr/>
          <p:nvPr/>
        </p:nvSpPr>
        <p:spPr>
          <a:xfrm>
            <a:off x="87707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6" name="Shape 1543"/>
          <p:cNvSpPr/>
          <p:nvPr/>
        </p:nvSpPr>
        <p:spPr>
          <a:xfrm>
            <a:off x="88850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7" name="Shape 1544"/>
          <p:cNvSpPr/>
          <p:nvPr/>
        </p:nvSpPr>
        <p:spPr>
          <a:xfrm>
            <a:off x="89993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8" name="Shape 1545"/>
          <p:cNvSpPr/>
          <p:nvPr/>
        </p:nvSpPr>
        <p:spPr>
          <a:xfrm>
            <a:off x="91136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9" name="Shape 1546"/>
          <p:cNvSpPr/>
          <p:nvPr/>
        </p:nvSpPr>
        <p:spPr>
          <a:xfrm>
            <a:off x="92279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0" name="Shape 1547"/>
          <p:cNvSpPr/>
          <p:nvPr/>
        </p:nvSpPr>
        <p:spPr>
          <a:xfrm>
            <a:off x="93422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1" name="Shape 1548"/>
          <p:cNvSpPr/>
          <p:nvPr/>
        </p:nvSpPr>
        <p:spPr>
          <a:xfrm>
            <a:off x="94565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2" name="Shape 1549"/>
          <p:cNvSpPr/>
          <p:nvPr/>
        </p:nvSpPr>
        <p:spPr>
          <a:xfrm>
            <a:off x="95708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3" name="Shape 1550"/>
          <p:cNvSpPr/>
          <p:nvPr/>
        </p:nvSpPr>
        <p:spPr>
          <a:xfrm>
            <a:off x="96851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4" name="Shape 1551"/>
          <p:cNvSpPr/>
          <p:nvPr/>
        </p:nvSpPr>
        <p:spPr>
          <a:xfrm>
            <a:off x="97994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5" name="Shape 1552"/>
          <p:cNvSpPr/>
          <p:nvPr/>
        </p:nvSpPr>
        <p:spPr>
          <a:xfrm>
            <a:off x="99137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6" name="Shape 1553"/>
          <p:cNvSpPr/>
          <p:nvPr/>
        </p:nvSpPr>
        <p:spPr>
          <a:xfrm>
            <a:off x="100280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7" name="Shape 1554"/>
          <p:cNvSpPr/>
          <p:nvPr/>
        </p:nvSpPr>
        <p:spPr>
          <a:xfrm>
            <a:off x="101423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8" name="Shape 1555"/>
          <p:cNvSpPr/>
          <p:nvPr/>
        </p:nvSpPr>
        <p:spPr>
          <a:xfrm>
            <a:off x="102566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9" name="Shape 1556"/>
          <p:cNvSpPr/>
          <p:nvPr/>
        </p:nvSpPr>
        <p:spPr>
          <a:xfrm>
            <a:off x="103709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0" name="Shape 1557"/>
          <p:cNvSpPr/>
          <p:nvPr/>
        </p:nvSpPr>
        <p:spPr>
          <a:xfrm>
            <a:off x="104852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1" name="Shape 1558"/>
          <p:cNvSpPr/>
          <p:nvPr/>
        </p:nvSpPr>
        <p:spPr>
          <a:xfrm>
            <a:off x="105995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2" name="Shape 1559"/>
          <p:cNvSpPr/>
          <p:nvPr/>
        </p:nvSpPr>
        <p:spPr>
          <a:xfrm>
            <a:off x="107138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3" name="Shape 1560"/>
          <p:cNvSpPr/>
          <p:nvPr/>
        </p:nvSpPr>
        <p:spPr>
          <a:xfrm>
            <a:off x="108281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4" name="Shape 1561"/>
          <p:cNvSpPr/>
          <p:nvPr/>
        </p:nvSpPr>
        <p:spPr>
          <a:xfrm>
            <a:off x="109424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5" name="Shape 1562"/>
          <p:cNvSpPr/>
          <p:nvPr/>
        </p:nvSpPr>
        <p:spPr>
          <a:xfrm>
            <a:off x="110567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6" name="Shape 1563"/>
          <p:cNvSpPr/>
          <p:nvPr/>
        </p:nvSpPr>
        <p:spPr>
          <a:xfrm>
            <a:off x="11171089" y="314604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7" name="Shape 1564"/>
          <p:cNvSpPr/>
          <p:nvPr/>
        </p:nvSpPr>
        <p:spPr>
          <a:xfrm>
            <a:off x="67133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8" name="Shape 1565"/>
          <p:cNvSpPr/>
          <p:nvPr/>
        </p:nvSpPr>
        <p:spPr>
          <a:xfrm>
            <a:off x="68276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9" name="Shape 1566"/>
          <p:cNvSpPr/>
          <p:nvPr/>
        </p:nvSpPr>
        <p:spPr>
          <a:xfrm>
            <a:off x="69419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0" name="Shape 1567"/>
          <p:cNvSpPr/>
          <p:nvPr/>
        </p:nvSpPr>
        <p:spPr>
          <a:xfrm>
            <a:off x="70562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1" name="Shape 1568"/>
          <p:cNvSpPr/>
          <p:nvPr/>
        </p:nvSpPr>
        <p:spPr>
          <a:xfrm>
            <a:off x="71705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2" name="Shape 1569"/>
          <p:cNvSpPr/>
          <p:nvPr/>
        </p:nvSpPr>
        <p:spPr>
          <a:xfrm>
            <a:off x="72848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3" name="Shape 1570"/>
          <p:cNvSpPr/>
          <p:nvPr/>
        </p:nvSpPr>
        <p:spPr>
          <a:xfrm>
            <a:off x="73991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4" name="Shape 1571"/>
          <p:cNvSpPr/>
          <p:nvPr/>
        </p:nvSpPr>
        <p:spPr>
          <a:xfrm>
            <a:off x="75134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5" name="Shape 1572"/>
          <p:cNvSpPr/>
          <p:nvPr/>
        </p:nvSpPr>
        <p:spPr>
          <a:xfrm>
            <a:off x="76277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6" name="Shape 1573"/>
          <p:cNvSpPr/>
          <p:nvPr/>
        </p:nvSpPr>
        <p:spPr>
          <a:xfrm>
            <a:off x="77420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7" name="Shape 1574"/>
          <p:cNvSpPr/>
          <p:nvPr/>
        </p:nvSpPr>
        <p:spPr>
          <a:xfrm>
            <a:off x="78563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8" name="Shape 1575"/>
          <p:cNvSpPr/>
          <p:nvPr/>
        </p:nvSpPr>
        <p:spPr>
          <a:xfrm>
            <a:off x="79706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9" name="Shape 1576"/>
          <p:cNvSpPr/>
          <p:nvPr/>
        </p:nvSpPr>
        <p:spPr>
          <a:xfrm>
            <a:off x="80849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0" name="Shape 1577"/>
          <p:cNvSpPr/>
          <p:nvPr/>
        </p:nvSpPr>
        <p:spPr>
          <a:xfrm>
            <a:off x="81992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1" name="Shape 1578"/>
          <p:cNvSpPr/>
          <p:nvPr/>
        </p:nvSpPr>
        <p:spPr>
          <a:xfrm>
            <a:off x="83135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2" name="Shape 1579"/>
          <p:cNvSpPr/>
          <p:nvPr/>
        </p:nvSpPr>
        <p:spPr>
          <a:xfrm>
            <a:off x="84278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3" name="Shape 1580"/>
          <p:cNvSpPr/>
          <p:nvPr/>
        </p:nvSpPr>
        <p:spPr>
          <a:xfrm>
            <a:off x="85421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4" name="Shape 1581"/>
          <p:cNvSpPr/>
          <p:nvPr/>
        </p:nvSpPr>
        <p:spPr>
          <a:xfrm>
            <a:off x="86564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5" name="Shape 1582"/>
          <p:cNvSpPr/>
          <p:nvPr/>
        </p:nvSpPr>
        <p:spPr>
          <a:xfrm>
            <a:off x="87707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6" name="Shape 1583"/>
          <p:cNvSpPr/>
          <p:nvPr/>
        </p:nvSpPr>
        <p:spPr>
          <a:xfrm>
            <a:off x="88850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7" name="Shape 1584"/>
          <p:cNvSpPr/>
          <p:nvPr/>
        </p:nvSpPr>
        <p:spPr>
          <a:xfrm>
            <a:off x="89993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8" name="Shape 1585"/>
          <p:cNvSpPr/>
          <p:nvPr/>
        </p:nvSpPr>
        <p:spPr>
          <a:xfrm>
            <a:off x="91136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9" name="Shape 1586"/>
          <p:cNvSpPr/>
          <p:nvPr/>
        </p:nvSpPr>
        <p:spPr>
          <a:xfrm>
            <a:off x="92279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0" name="Shape 1587"/>
          <p:cNvSpPr/>
          <p:nvPr/>
        </p:nvSpPr>
        <p:spPr>
          <a:xfrm>
            <a:off x="93422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1" name="Shape 1588"/>
          <p:cNvSpPr/>
          <p:nvPr/>
        </p:nvSpPr>
        <p:spPr>
          <a:xfrm>
            <a:off x="94565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2" name="Shape 1589"/>
          <p:cNvSpPr/>
          <p:nvPr/>
        </p:nvSpPr>
        <p:spPr>
          <a:xfrm>
            <a:off x="95708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3" name="Shape 1590"/>
          <p:cNvSpPr/>
          <p:nvPr/>
        </p:nvSpPr>
        <p:spPr>
          <a:xfrm>
            <a:off x="96851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4" name="Shape 1591"/>
          <p:cNvSpPr/>
          <p:nvPr/>
        </p:nvSpPr>
        <p:spPr>
          <a:xfrm>
            <a:off x="97994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5" name="Shape 1592"/>
          <p:cNvSpPr/>
          <p:nvPr/>
        </p:nvSpPr>
        <p:spPr>
          <a:xfrm>
            <a:off x="99137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6" name="Shape 1593"/>
          <p:cNvSpPr/>
          <p:nvPr/>
        </p:nvSpPr>
        <p:spPr>
          <a:xfrm>
            <a:off x="100280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7" name="Shape 1594"/>
          <p:cNvSpPr/>
          <p:nvPr/>
        </p:nvSpPr>
        <p:spPr>
          <a:xfrm>
            <a:off x="101423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8" name="Shape 1595"/>
          <p:cNvSpPr/>
          <p:nvPr/>
        </p:nvSpPr>
        <p:spPr>
          <a:xfrm>
            <a:off x="102566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9" name="Shape 1596"/>
          <p:cNvSpPr/>
          <p:nvPr/>
        </p:nvSpPr>
        <p:spPr>
          <a:xfrm>
            <a:off x="103709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0" name="Shape 1597"/>
          <p:cNvSpPr/>
          <p:nvPr/>
        </p:nvSpPr>
        <p:spPr>
          <a:xfrm>
            <a:off x="104852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1" name="Shape 1598"/>
          <p:cNvSpPr/>
          <p:nvPr/>
        </p:nvSpPr>
        <p:spPr>
          <a:xfrm>
            <a:off x="105995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2" name="Shape 1599"/>
          <p:cNvSpPr/>
          <p:nvPr/>
        </p:nvSpPr>
        <p:spPr>
          <a:xfrm>
            <a:off x="107138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3" name="Shape 1600"/>
          <p:cNvSpPr/>
          <p:nvPr/>
        </p:nvSpPr>
        <p:spPr>
          <a:xfrm>
            <a:off x="108281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4" name="Shape 1601"/>
          <p:cNvSpPr/>
          <p:nvPr/>
        </p:nvSpPr>
        <p:spPr>
          <a:xfrm>
            <a:off x="109424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5" name="Shape 1602"/>
          <p:cNvSpPr/>
          <p:nvPr/>
        </p:nvSpPr>
        <p:spPr>
          <a:xfrm>
            <a:off x="110567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6" name="Shape 1603"/>
          <p:cNvSpPr/>
          <p:nvPr/>
        </p:nvSpPr>
        <p:spPr>
          <a:xfrm>
            <a:off x="11171089" y="3211146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7" name="Shape 1604"/>
          <p:cNvSpPr/>
          <p:nvPr/>
        </p:nvSpPr>
        <p:spPr>
          <a:xfrm>
            <a:off x="67133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8" name="Shape 1605"/>
          <p:cNvSpPr/>
          <p:nvPr/>
        </p:nvSpPr>
        <p:spPr>
          <a:xfrm>
            <a:off x="68276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9" name="Shape 1606"/>
          <p:cNvSpPr/>
          <p:nvPr/>
        </p:nvSpPr>
        <p:spPr>
          <a:xfrm>
            <a:off x="69419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0" name="Shape 1607"/>
          <p:cNvSpPr/>
          <p:nvPr/>
        </p:nvSpPr>
        <p:spPr>
          <a:xfrm>
            <a:off x="70562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1" name="Shape 1608"/>
          <p:cNvSpPr/>
          <p:nvPr/>
        </p:nvSpPr>
        <p:spPr>
          <a:xfrm>
            <a:off x="71705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2" name="Shape 1609"/>
          <p:cNvSpPr/>
          <p:nvPr/>
        </p:nvSpPr>
        <p:spPr>
          <a:xfrm>
            <a:off x="72848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3" name="Shape 1610"/>
          <p:cNvSpPr/>
          <p:nvPr/>
        </p:nvSpPr>
        <p:spPr>
          <a:xfrm>
            <a:off x="73991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4" name="Shape 1611"/>
          <p:cNvSpPr/>
          <p:nvPr/>
        </p:nvSpPr>
        <p:spPr>
          <a:xfrm>
            <a:off x="75134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5" name="Shape 1612"/>
          <p:cNvSpPr/>
          <p:nvPr/>
        </p:nvSpPr>
        <p:spPr>
          <a:xfrm>
            <a:off x="76277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6" name="Shape 1613"/>
          <p:cNvSpPr/>
          <p:nvPr/>
        </p:nvSpPr>
        <p:spPr>
          <a:xfrm>
            <a:off x="77420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7" name="Shape 1614"/>
          <p:cNvSpPr/>
          <p:nvPr/>
        </p:nvSpPr>
        <p:spPr>
          <a:xfrm>
            <a:off x="78563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8" name="Shape 1615"/>
          <p:cNvSpPr/>
          <p:nvPr/>
        </p:nvSpPr>
        <p:spPr>
          <a:xfrm>
            <a:off x="79706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9" name="Shape 1616"/>
          <p:cNvSpPr/>
          <p:nvPr/>
        </p:nvSpPr>
        <p:spPr>
          <a:xfrm>
            <a:off x="80849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0" name="Shape 1617"/>
          <p:cNvSpPr/>
          <p:nvPr/>
        </p:nvSpPr>
        <p:spPr>
          <a:xfrm>
            <a:off x="81992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1" name="Shape 1618"/>
          <p:cNvSpPr/>
          <p:nvPr/>
        </p:nvSpPr>
        <p:spPr>
          <a:xfrm>
            <a:off x="83135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2" name="Shape 1619"/>
          <p:cNvSpPr/>
          <p:nvPr/>
        </p:nvSpPr>
        <p:spPr>
          <a:xfrm>
            <a:off x="84278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3" name="Shape 1620"/>
          <p:cNvSpPr/>
          <p:nvPr/>
        </p:nvSpPr>
        <p:spPr>
          <a:xfrm>
            <a:off x="85421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4" name="Shape 1621"/>
          <p:cNvSpPr/>
          <p:nvPr/>
        </p:nvSpPr>
        <p:spPr>
          <a:xfrm>
            <a:off x="86564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5" name="Shape 1622"/>
          <p:cNvSpPr/>
          <p:nvPr/>
        </p:nvSpPr>
        <p:spPr>
          <a:xfrm>
            <a:off x="87707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6" name="Shape 1623"/>
          <p:cNvSpPr/>
          <p:nvPr/>
        </p:nvSpPr>
        <p:spPr>
          <a:xfrm>
            <a:off x="88850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7" name="Shape 1624"/>
          <p:cNvSpPr/>
          <p:nvPr/>
        </p:nvSpPr>
        <p:spPr>
          <a:xfrm>
            <a:off x="89993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8" name="Shape 1625"/>
          <p:cNvSpPr/>
          <p:nvPr/>
        </p:nvSpPr>
        <p:spPr>
          <a:xfrm>
            <a:off x="91136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9" name="Shape 1626"/>
          <p:cNvSpPr/>
          <p:nvPr/>
        </p:nvSpPr>
        <p:spPr>
          <a:xfrm>
            <a:off x="92279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0" name="Shape 1627"/>
          <p:cNvSpPr/>
          <p:nvPr/>
        </p:nvSpPr>
        <p:spPr>
          <a:xfrm>
            <a:off x="93422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1" name="Shape 1628"/>
          <p:cNvSpPr/>
          <p:nvPr/>
        </p:nvSpPr>
        <p:spPr>
          <a:xfrm>
            <a:off x="94565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2" name="Shape 1629"/>
          <p:cNvSpPr/>
          <p:nvPr/>
        </p:nvSpPr>
        <p:spPr>
          <a:xfrm>
            <a:off x="95708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3" name="Shape 1630"/>
          <p:cNvSpPr/>
          <p:nvPr/>
        </p:nvSpPr>
        <p:spPr>
          <a:xfrm>
            <a:off x="96851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4" name="Shape 1631"/>
          <p:cNvSpPr/>
          <p:nvPr/>
        </p:nvSpPr>
        <p:spPr>
          <a:xfrm>
            <a:off x="97994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5" name="Shape 1632"/>
          <p:cNvSpPr/>
          <p:nvPr/>
        </p:nvSpPr>
        <p:spPr>
          <a:xfrm>
            <a:off x="99137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6" name="Shape 1633"/>
          <p:cNvSpPr/>
          <p:nvPr/>
        </p:nvSpPr>
        <p:spPr>
          <a:xfrm>
            <a:off x="100280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7" name="Shape 1634"/>
          <p:cNvSpPr/>
          <p:nvPr/>
        </p:nvSpPr>
        <p:spPr>
          <a:xfrm>
            <a:off x="101423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8" name="Shape 1635"/>
          <p:cNvSpPr/>
          <p:nvPr/>
        </p:nvSpPr>
        <p:spPr>
          <a:xfrm>
            <a:off x="102566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39" name="Shape 1636"/>
          <p:cNvSpPr/>
          <p:nvPr/>
        </p:nvSpPr>
        <p:spPr>
          <a:xfrm>
            <a:off x="103709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0" name="Shape 1637"/>
          <p:cNvSpPr/>
          <p:nvPr/>
        </p:nvSpPr>
        <p:spPr>
          <a:xfrm>
            <a:off x="104852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1" name="Shape 1638"/>
          <p:cNvSpPr/>
          <p:nvPr/>
        </p:nvSpPr>
        <p:spPr>
          <a:xfrm>
            <a:off x="105995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2" name="Shape 1639"/>
          <p:cNvSpPr/>
          <p:nvPr/>
        </p:nvSpPr>
        <p:spPr>
          <a:xfrm>
            <a:off x="107138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3" name="Shape 1640"/>
          <p:cNvSpPr/>
          <p:nvPr/>
        </p:nvSpPr>
        <p:spPr>
          <a:xfrm>
            <a:off x="108281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4" name="Shape 1641"/>
          <p:cNvSpPr/>
          <p:nvPr/>
        </p:nvSpPr>
        <p:spPr>
          <a:xfrm>
            <a:off x="109424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5" name="Shape 1642"/>
          <p:cNvSpPr/>
          <p:nvPr/>
        </p:nvSpPr>
        <p:spPr>
          <a:xfrm>
            <a:off x="110567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6" name="Shape 1643"/>
          <p:cNvSpPr/>
          <p:nvPr/>
        </p:nvSpPr>
        <p:spPr>
          <a:xfrm>
            <a:off x="11171089" y="3276251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7" name="Shape 1644"/>
          <p:cNvSpPr/>
          <p:nvPr/>
        </p:nvSpPr>
        <p:spPr>
          <a:xfrm>
            <a:off x="67133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8" name="Shape 1645"/>
          <p:cNvSpPr/>
          <p:nvPr/>
        </p:nvSpPr>
        <p:spPr>
          <a:xfrm>
            <a:off x="68276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9" name="Shape 1646"/>
          <p:cNvSpPr/>
          <p:nvPr/>
        </p:nvSpPr>
        <p:spPr>
          <a:xfrm>
            <a:off x="69419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0" name="Shape 1647"/>
          <p:cNvSpPr/>
          <p:nvPr/>
        </p:nvSpPr>
        <p:spPr>
          <a:xfrm>
            <a:off x="70562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1" name="Shape 1648"/>
          <p:cNvSpPr/>
          <p:nvPr/>
        </p:nvSpPr>
        <p:spPr>
          <a:xfrm>
            <a:off x="71705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2" name="Shape 1649"/>
          <p:cNvSpPr/>
          <p:nvPr/>
        </p:nvSpPr>
        <p:spPr>
          <a:xfrm>
            <a:off x="72848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3" name="Shape 1650"/>
          <p:cNvSpPr/>
          <p:nvPr/>
        </p:nvSpPr>
        <p:spPr>
          <a:xfrm>
            <a:off x="73991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4" name="Shape 1651"/>
          <p:cNvSpPr/>
          <p:nvPr/>
        </p:nvSpPr>
        <p:spPr>
          <a:xfrm>
            <a:off x="75134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5" name="Shape 1652"/>
          <p:cNvSpPr/>
          <p:nvPr/>
        </p:nvSpPr>
        <p:spPr>
          <a:xfrm>
            <a:off x="76277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6" name="Shape 1653"/>
          <p:cNvSpPr/>
          <p:nvPr/>
        </p:nvSpPr>
        <p:spPr>
          <a:xfrm>
            <a:off x="77420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7" name="Shape 1654"/>
          <p:cNvSpPr/>
          <p:nvPr/>
        </p:nvSpPr>
        <p:spPr>
          <a:xfrm>
            <a:off x="78563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8" name="Shape 1655"/>
          <p:cNvSpPr/>
          <p:nvPr/>
        </p:nvSpPr>
        <p:spPr>
          <a:xfrm>
            <a:off x="79706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9" name="Shape 1656"/>
          <p:cNvSpPr/>
          <p:nvPr/>
        </p:nvSpPr>
        <p:spPr>
          <a:xfrm>
            <a:off x="80849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0" name="Shape 1657"/>
          <p:cNvSpPr/>
          <p:nvPr/>
        </p:nvSpPr>
        <p:spPr>
          <a:xfrm>
            <a:off x="81992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1" name="Shape 1658"/>
          <p:cNvSpPr/>
          <p:nvPr/>
        </p:nvSpPr>
        <p:spPr>
          <a:xfrm>
            <a:off x="83135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2" name="Shape 1659"/>
          <p:cNvSpPr/>
          <p:nvPr/>
        </p:nvSpPr>
        <p:spPr>
          <a:xfrm>
            <a:off x="84278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3" name="Shape 1660"/>
          <p:cNvSpPr/>
          <p:nvPr/>
        </p:nvSpPr>
        <p:spPr>
          <a:xfrm>
            <a:off x="85421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4" name="Shape 1661"/>
          <p:cNvSpPr/>
          <p:nvPr/>
        </p:nvSpPr>
        <p:spPr>
          <a:xfrm>
            <a:off x="86564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5" name="Shape 1662"/>
          <p:cNvSpPr/>
          <p:nvPr/>
        </p:nvSpPr>
        <p:spPr>
          <a:xfrm>
            <a:off x="87707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6" name="Shape 1663"/>
          <p:cNvSpPr/>
          <p:nvPr/>
        </p:nvSpPr>
        <p:spPr>
          <a:xfrm>
            <a:off x="88850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7" name="Shape 1664"/>
          <p:cNvSpPr/>
          <p:nvPr/>
        </p:nvSpPr>
        <p:spPr>
          <a:xfrm>
            <a:off x="89993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8" name="Shape 1665"/>
          <p:cNvSpPr/>
          <p:nvPr/>
        </p:nvSpPr>
        <p:spPr>
          <a:xfrm>
            <a:off x="91136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69" name="Shape 1666"/>
          <p:cNvSpPr/>
          <p:nvPr/>
        </p:nvSpPr>
        <p:spPr>
          <a:xfrm>
            <a:off x="92279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0" name="Shape 1667"/>
          <p:cNvSpPr/>
          <p:nvPr/>
        </p:nvSpPr>
        <p:spPr>
          <a:xfrm>
            <a:off x="93422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1" name="Shape 1668"/>
          <p:cNvSpPr/>
          <p:nvPr/>
        </p:nvSpPr>
        <p:spPr>
          <a:xfrm>
            <a:off x="94565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2" name="Shape 1669"/>
          <p:cNvSpPr/>
          <p:nvPr/>
        </p:nvSpPr>
        <p:spPr>
          <a:xfrm>
            <a:off x="95708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3" name="Shape 1670"/>
          <p:cNvSpPr/>
          <p:nvPr/>
        </p:nvSpPr>
        <p:spPr>
          <a:xfrm>
            <a:off x="96851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4" name="Shape 1671"/>
          <p:cNvSpPr/>
          <p:nvPr/>
        </p:nvSpPr>
        <p:spPr>
          <a:xfrm>
            <a:off x="97994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5" name="Shape 1672"/>
          <p:cNvSpPr/>
          <p:nvPr/>
        </p:nvSpPr>
        <p:spPr>
          <a:xfrm>
            <a:off x="99137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6" name="Shape 1673"/>
          <p:cNvSpPr/>
          <p:nvPr/>
        </p:nvSpPr>
        <p:spPr>
          <a:xfrm>
            <a:off x="100280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7" name="Shape 1674"/>
          <p:cNvSpPr/>
          <p:nvPr/>
        </p:nvSpPr>
        <p:spPr>
          <a:xfrm>
            <a:off x="101423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8" name="Shape 1675"/>
          <p:cNvSpPr/>
          <p:nvPr/>
        </p:nvSpPr>
        <p:spPr>
          <a:xfrm>
            <a:off x="102566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79" name="Shape 1676"/>
          <p:cNvSpPr/>
          <p:nvPr/>
        </p:nvSpPr>
        <p:spPr>
          <a:xfrm>
            <a:off x="103709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0" name="Shape 1677"/>
          <p:cNvSpPr/>
          <p:nvPr/>
        </p:nvSpPr>
        <p:spPr>
          <a:xfrm>
            <a:off x="104852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1" name="Shape 1678"/>
          <p:cNvSpPr/>
          <p:nvPr/>
        </p:nvSpPr>
        <p:spPr>
          <a:xfrm>
            <a:off x="105995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2" name="Shape 1679"/>
          <p:cNvSpPr/>
          <p:nvPr/>
        </p:nvSpPr>
        <p:spPr>
          <a:xfrm>
            <a:off x="107138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3" name="Shape 1680"/>
          <p:cNvSpPr/>
          <p:nvPr/>
        </p:nvSpPr>
        <p:spPr>
          <a:xfrm>
            <a:off x="108281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4" name="Shape 1681"/>
          <p:cNvSpPr/>
          <p:nvPr/>
        </p:nvSpPr>
        <p:spPr>
          <a:xfrm>
            <a:off x="109424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5" name="Shape 1682"/>
          <p:cNvSpPr/>
          <p:nvPr/>
        </p:nvSpPr>
        <p:spPr>
          <a:xfrm>
            <a:off x="110567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6" name="Shape 1683"/>
          <p:cNvSpPr/>
          <p:nvPr/>
        </p:nvSpPr>
        <p:spPr>
          <a:xfrm>
            <a:off x="11171089" y="334135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7" name="Shape 1684"/>
          <p:cNvSpPr/>
          <p:nvPr/>
        </p:nvSpPr>
        <p:spPr>
          <a:xfrm>
            <a:off x="67133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8" name="Shape 1685"/>
          <p:cNvSpPr/>
          <p:nvPr/>
        </p:nvSpPr>
        <p:spPr>
          <a:xfrm>
            <a:off x="68276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9" name="Shape 1686"/>
          <p:cNvSpPr/>
          <p:nvPr/>
        </p:nvSpPr>
        <p:spPr>
          <a:xfrm>
            <a:off x="69419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0" name="Shape 1687"/>
          <p:cNvSpPr/>
          <p:nvPr/>
        </p:nvSpPr>
        <p:spPr>
          <a:xfrm>
            <a:off x="70562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1" name="Shape 1688"/>
          <p:cNvSpPr/>
          <p:nvPr/>
        </p:nvSpPr>
        <p:spPr>
          <a:xfrm>
            <a:off x="71705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2" name="Shape 1689"/>
          <p:cNvSpPr/>
          <p:nvPr/>
        </p:nvSpPr>
        <p:spPr>
          <a:xfrm>
            <a:off x="72848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3" name="Shape 1690"/>
          <p:cNvSpPr/>
          <p:nvPr/>
        </p:nvSpPr>
        <p:spPr>
          <a:xfrm>
            <a:off x="73991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4" name="Shape 1691"/>
          <p:cNvSpPr/>
          <p:nvPr/>
        </p:nvSpPr>
        <p:spPr>
          <a:xfrm>
            <a:off x="75134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5" name="Shape 1692"/>
          <p:cNvSpPr/>
          <p:nvPr/>
        </p:nvSpPr>
        <p:spPr>
          <a:xfrm>
            <a:off x="76277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6" name="Shape 1693"/>
          <p:cNvSpPr/>
          <p:nvPr/>
        </p:nvSpPr>
        <p:spPr>
          <a:xfrm>
            <a:off x="77420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7" name="Shape 1694"/>
          <p:cNvSpPr/>
          <p:nvPr/>
        </p:nvSpPr>
        <p:spPr>
          <a:xfrm>
            <a:off x="78563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8" name="Shape 1695"/>
          <p:cNvSpPr/>
          <p:nvPr/>
        </p:nvSpPr>
        <p:spPr>
          <a:xfrm>
            <a:off x="79706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99" name="Shape 1696"/>
          <p:cNvSpPr/>
          <p:nvPr/>
        </p:nvSpPr>
        <p:spPr>
          <a:xfrm>
            <a:off x="80849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0" name="Shape 1697"/>
          <p:cNvSpPr/>
          <p:nvPr/>
        </p:nvSpPr>
        <p:spPr>
          <a:xfrm>
            <a:off x="81992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1" name="Shape 1698"/>
          <p:cNvSpPr/>
          <p:nvPr/>
        </p:nvSpPr>
        <p:spPr>
          <a:xfrm>
            <a:off x="83135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2" name="Shape 1699"/>
          <p:cNvSpPr/>
          <p:nvPr/>
        </p:nvSpPr>
        <p:spPr>
          <a:xfrm>
            <a:off x="84278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3" name="Shape 1700"/>
          <p:cNvSpPr/>
          <p:nvPr/>
        </p:nvSpPr>
        <p:spPr>
          <a:xfrm>
            <a:off x="85421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4" name="Shape 1701"/>
          <p:cNvSpPr/>
          <p:nvPr/>
        </p:nvSpPr>
        <p:spPr>
          <a:xfrm>
            <a:off x="86564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5" name="Shape 1702"/>
          <p:cNvSpPr/>
          <p:nvPr/>
        </p:nvSpPr>
        <p:spPr>
          <a:xfrm>
            <a:off x="87707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6" name="Shape 1703"/>
          <p:cNvSpPr/>
          <p:nvPr/>
        </p:nvSpPr>
        <p:spPr>
          <a:xfrm>
            <a:off x="88850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7" name="Shape 1704"/>
          <p:cNvSpPr/>
          <p:nvPr/>
        </p:nvSpPr>
        <p:spPr>
          <a:xfrm>
            <a:off x="89993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8" name="Shape 1705"/>
          <p:cNvSpPr/>
          <p:nvPr/>
        </p:nvSpPr>
        <p:spPr>
          <a:xfrm>
            <a:off x="91136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09" name="Shape 1706"/>
          <p:cNvSpPr/>
          <p:nvPr/>
        </p:nvSpPr>
        <p:spPr>
          <a:xfrm>
            <a:off x="92279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0" name="Shape 1707"/>
          <p:cNvSpPr/>
          <p:nvPr/>
        </p:nvSpPr>
        <p:spPr>
          <a:xfrm>
            <a:off x="93422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1" name="Shape 1708"/>
          <p:cNvSpPr/>
          <p:nvPr/>
        </p:nvSpPr>
        <p:spPr>
          <a:xfrm>
            <a:off x="94565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2" name="Shape 1709"/>
          <p:cNvSpPr/>
          <p:nvPr/>
        </p:nvSpPr>
        <p:spPr>
          <a:xfrm>
            <a:off x="95708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3" name="Shape 1710"/>
          <p:cNvSpPr/>
          <p:nvPr/>
        </p:nvSpPr>
        <p:spPr>
          <a:xfrm>
            <a:off x="96851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4" name="Shape 1711"/>
          <p:cNvSpPr/>
          <p:nvPr/>
        </p:nvSpPr>
        <p:spPr>
          <a:xfrm>
            <a:off x="97994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5" name="Shape 1712"/>
          <p:cNvSpPr/>
          <p:nvPr/>
        </p:nvSpPr>
        <p:spPr>
          <a:xfrm>
            <a:off x="99137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6" name="Shape 1713"/>
          <p:cNvSpPr/>
          <p:nvPr/>
        </p:nvSpPr>
        <p:spPr>
          <a:xfrm>
            <a:off x="100280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7" name="Shape 1714"/>
          <p:cNvSpPr/>
          <p:nvPr/>
        </p:nvSpPr>
        <p:spPr>
          <a:xfrm>
            <a:off x="101423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8" name="Shape 1715"/>
          <p:cNvSpPr/>
          <p:nvPr/>
        </p:nvSpPr>
        <p:spPr>
          <a:xfrm>
            <a:off x="102566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9" name="Shape 1716"/>
          <p:cNvSpPr/>
          <p:nvPr/>
        </p:nvSpPr>
        <p:spPr>
          <a:xfrm>
            <a:off x="103709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0" name="Shape 1717"/>
          <p:cNvSpPr/>
          <p:nvPr/>
        </p:nvSpPr>
        <p:spPr>
          <a:xfrm>
            <a:off x="104852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1" name="Shape 1718"/>
          <p:cNvSpPr/>
          <p:nvPr/>
        </p:nvSpPr>
        <p:spPr>
          <a:xfrm>
            <a:off x="105995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2" name="Shape 1719"/>
          <p:cNvSpPr/>
          <p:nvPr/>
        </p:nvSpPr>
        <p:spPr>
          <a:xfrm>
            <a:off x="107138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3" name="Shape 1720"/>
          <p:cNvSpPr/>
          <p:nvPr/>
        </p:nvSpPr>
        <p:spPr>
          <a:xfrm>
            <a:off x="108281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4" name="Shape 1721"/>
          <p:cNvSpPr/>
          <p:nvPr/>
        </p:nvSpPr>
        <p:spPr>
          <a:xfrm>
            <a:off x="109424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5" name="Shape 1722"/>
          <p:cNvSpPr/>
          <p:nvPr/>
        </p:nvSpPr>
        <p:spPr>
          <a:xfrm>
            <a:off x="110567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6" name="Shape 1723"/>
          <p:cNvSpPr/>
          <p:nvPr/>
        </p:nvSpPr>
        <p:spPr>
          <a:xfrm>
            <a:off x="11171089" y="340646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7" name="Shape 1724"/>
          <p:cNvSpPr/>
          <p:nvPr/>
        </p:nvSpPr>
        <p:spPr>
          <a:xfrm>
            <a:off x="67133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8" name="Shape 1725"/>
          <p:cNvSpPr/>
          <p:nvPr/>
        </p:nvSpPr>
        <p:spPr>
          <a:xfrm>
            <a:off x="68276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29" name="Shape 1726"/>
          <p:cNvSpPr/>
          <p:nvPr/>
        </p:nvSpPr>
        <p:spPr>
          <a:xfrm>
            <a:off x="69419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0" name="Shape 1727"/>
          <p:cNvSpPr/>
          <p:nvPr/>
        </p:nvSpPr>
        <p:spPr>
          <a:xfrm>
            <a:off x="70562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1" name="Shape 1728"/>
          <p:cNvSpPr/>
          <p:nvPr/>
        </p:nvSpPr>
        <p:spPr>
          <a:xfrm>
            <a:off x="71705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2" name="Shape 1729"/>
          <p:cNvSpPr/>
          <p:nvPr/>
        </p:nvSpPr>
        <p:spPr>
          <a:xfrm>
            <a:off x="72848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3" name="Shape 1730"/>
          <p:cNvSpPr/>
          <p:nvPr/>
        </p:nvSpPr>
        <p:spPr>
          <a:xfrm>
            <a:off x="73991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4" name="Shape 1731"/>
          <p:cNvSpPr/>
          <p:nvPr/>
        </p:nvSpPr>
        <p:spPr>
          <a:xfrm>
            <a:off x="75134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5" name="Shape 1732"/>
          <p:cNvSpPr/>
          <p:nvPr/>
        </p:nvSpPr>
        <p:spPr>
          <a:xfrm>
            <a:off x="76277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6" name="Shape 1733"/>
          <p:cNvSpPr/>
          <p:nvPr/>
        </p:nvSpPr>
        <p:spPr>
          <a:xfrm>
            <a:off x="77420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7" name="Shape 1734"/>
          <p:cNvSpPr/>
          <p:nvPr/>
        </p:nvSpPr>
        <p:spPr>
          <a:xfrm>
            <a:off x="78563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8" name="Shape 1735"/>
          <p:cNvSpPr/>
          <p:nvPr/>
        </p:nvSpPr>
        <p:spPr>
          <a:xfrm>
            <a:off x="79706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9" name="Shape 1736"/>
          <p:cNvSpPr/>
          <p:nvPr/>
        </p:nvSpPr>
        <p:spPr>
          <a:xfrm>
            <a:off x="80849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0" name="Shape 1737"/>
          <p:cNvSpPr/>
          <p:nvPr/>
        </p:nvSpPr>
        <p:spPr>
          <a:xfrm>
            <a:off x="81992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1" name="Shape 1738"/>
          <p:cNvSpPr/>
          <p:nvPr/>
        </p:nvSpPr>
        <p:spPr>
          <a:xfrm>
            <a:off x="83135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2" name="Shape 1739"/>
          <p:cNvSpPr/>
          <p:nvPr/>
        </p:nvSpPr>
        <p:spPr>
          <a:xfrm>
            <a:off x="84278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3" name="Shape 1740"/>
          <p:cNvSpPr/>
          <p:nvPr/>
        </p:nvSpPr>
        <p:spPr>
          <a:xfrm>
            <a:off x="85421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4" name="Shape 1741"/>
          <p:cNvSpPr/>
          <p:nvPr/>
        </p:nvSpPr>
        <p:spPr>
          <a:xfrm>
            <a:off x="86564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5" name="Shape 1742"/>
          <p:cNvSpPr/>
          <p:nvPr/>
        </p:nvSpPr>
        <p:spPr>
          <a:xfrm>
            <a:off x="87707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6" name="Shape 1743"/>
          <p:cNvSpPr/>
          <p:nvPr/>
        </p:nvSpPr>
        <p:spPr>
          <a:xfrm>
            <a:off x="88850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7" name="Shape 1744"/>
          <p:cNvSpPr/>
          <p:nvPr/>
        </p:nvSpPr>
        <p:spPr>
          <a:xfrm>
            <a:off x="89993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8" name="Shape 1745"/>
          <p:cNvSpPr/>
          <p:nvPr/>
        </p:nvSpPr>
        <p:spPr>
          <a:xfrm>
            <a:off x="91136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49" name="Shape 1746"/>
          <p:cNvSpPr/>
          <p:nvPr/>
        </p:nvSpPr>
        <p:spPr>
          <a:xfrm>
            <a:off x="92279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0" name="Shape 1747"/>
          <p:cNvSpPr/>
          <p:nvPr/>
        </p:nvSpPr>
        <p:spPr>
          <a:xfrm>
            <a:off x="93422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1" name="Shape 1748"/>
          <p:cNvSpPr/>
          <p:nvPr/>
        </p:nvSpPr>
        <p:spPr>
          <a:xfrm>
            <a:off x="94565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2" name="Shape 1749"/>
          <p:cNvSpPr/>
          <p:nvPr/>
        </p:nvSpPr>
        <p:spPr>
          <a:xfrm>
            <a:off x="95708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3" name="Shape 1750"/>
          <p:cNvSpPr/>
          <p:nvPr/>
        </p:nvSpPr>
        <p:spPr>
          <a:xfrm>
            <a:off x="96851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4" name="Shape 1751"/>
          <p:cNvSpPr/>
          <p:nvPr/>
        </p:nvSpPr>
        <p:spPr>
          <a:xfrm>
            <a:off x="97994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5" name="Shape 1752"/>
          <p:cNvSpPr/>
          <p:nvPr/>
        </p:nvSpPr>
        <p:spPr>
          <a:xfrm>
            <a:off x="99137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6" name="Shape 1753"/>
          <p:cNvSpPr/>
          <p:nvPr/>
        </p:nvSpPr>
        <p:spPr>
          <a:xfrm>
            <a:off x="100280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7" name="Shape 1754"/>
          <p:cNvSpPr/>
          <p:nvPr/>
        </p:nvSpPr>
        <p:spPr>
          <a:xfrm>
            <a:off x="101423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8" name="Shape 1755"/>
          <p:cNvSpPr/>
          <p:nvPr/>
        </p:nvSpPr>
        <p:spPr>
          <a:xfrm>
            <a:off x="102566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59" name="Shape 1756"/>
          <p:cNvSpPr/>
          <p:nvPr/>
        </p:nvSpPr>
        <p:spPr>
          <a:xfrm>
            <a:off x="103709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0" name="Shape 1757"/>
          <p:cNvSpPr/>
          <p:nvPr/>
        </p:nvSpPr>
        <p:spPr>
          <a:xfrm>
            <a:off x="104852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1" name="Shape 1758"/>
          <p:cNvSpPr/>
          <p:nvPr/>
        </p:nvSpPr>
        <p:spPr>
          <a:xfrm>
            <a:off x="105995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2" name="Shape 1759"/>
          <p:cNvSpPr/>
          <p:nvPr/>
        </p:nvSpPr>
        <p:spPr>
          <a:xfrm>
            <a:off x="107138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3" name="Shape 1760"/>
          <p:cNvSpPr/>
          <p:nvPr/>
        </p:nvSpPr>
        <p:spPr>
          <a:xfrm>
            <a:off x="108281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4" name="Shape 1761"/>
          <p:cNvSpPr/>
          <p:nvPr/>
        </p:nvSpPr>
        <p:spPr>
          <a:xfrm>
            <a:off x="109424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5" name="Shape 1762"/>
          <p:cNvSpPr/>
          <p:nvPr/>
        </p:nvSpPr>
        <p:spPr>
          <a:xfrm>
            <a:off x="110567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6" name="Shape 1763"/>
          <p:cNvSpPr/>
          <p:nvPr/>
        </p:nvSpPr>
        <p:spPr>
          <a:xfrm>
            <a:off x="11171089" y="3471567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7" name="Shape 1764"/>
          <p:cNvSpPr/>
          <p:nvPr/>
        </p:nvSpPr>
        <p:spPr>
          <a:xfrm>
            <a:off x="67133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8" name="Shape 1765"/>
          <p:cNvSpPr/>
          <p:nvPr/>
        </p:nvSpPr>
        <p:spPr>
          <a:xfrm>
            <a:off x="68276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69" name="Shape 1766"/>
          <p:cNvSpPr/>
          <p:nvPr/>
        </p:nvSpPr>
        <p:spPr>
          <a:xfrm>
            <a:off x="69419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0" name="Shape 1767"/>
          <p:cNvSpPr/>
          <p:nvPr/>
        </p:nvSpPr>
        <p:spPr>
          <a:xfrm>
            <a:off x="70562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1" name="Shape 1768"/>
          <p:cNvSpPr/>
          <p:nvPr/>
        </p:nvSpPr>
        <p:spPr>
          <a:xfrm>
            <a:off x="71705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2" name="Shape 1769"/>
          <p:cNvSpPr/>
          <p:nvPr/>
        </p:nvSpPr>
        <p:spPr>
          <a:xfrm>
            <a:off x="72848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3" name="Shape 1770"/>
          <p:cNvSpPr/>
          <p:nvPr/>
        </p:nvSpPr>
        <p:spPr>
          <a:xfrm>
            <a:off x="73991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4" name="Shape 1771"/>
          <p:cNvSpPr/>
          <p:nvPr/>
        </p:nvSpPr>
        <p:spPr>
          <a:xfrm>
            <a:off x="75134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5" name="Shape 1772"/>
          <p:cNvSpPr/>
          <p:nvPr/>
        </p:nvSpPr>
        <p:spPr>
          <a:xfrm>
            <a:off x="76277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6" name="Shape 1773"/>
          <p:cNvSpPr/>
          <p:nvPr/>
        </p:nvSpPr>
        <p:spPr>
          <a:xfrm>
            <a:off x="77420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7" name="Shape 1774"/>
          <p:cNvSpPr/>
          <p:nvPr/>
        </p:nvSpPr>
        <p:spPr>
          <a:xfrm>
            <a:off x="78563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8" name="Shape 1775"/>
          <p:cNvSpPr/>
          <p:nvPr/>
        </p:nvSpPr>
        <p:spPr>
          <a:xfrm>
            <a:off x="79706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79" name="Shape 1776"/>
          <p:cNvSpPr/>
          <p:nvPr/>
        </p:nvSpPr>
        <p:spPr>
          <a:xfrm>
            <a:off x="80849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0" name="Shape 1777"/>
          <p:cNvSpPr/>
          <p:nvPr/>
        </p:nvSpPr>
        <p:spPr>
          <a:xfrm>
            <a:off x="81992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1" name="Shape 1778"/>
          <p:cNvSpPr/>
          <p:nvPr/>
        </p:nvSpPr>
        <p:spPr>
          <a:xfrm>
            <a:off x="83135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2" name="Shape 1779"/>
          <p:cNvSpPr/>
          <p:nvPr/>
        </p:nvSpPr>
        <p:spPr>
          <a:xfrm>
            <a:off x="84278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3" name="Shape 1780"/>
          <p:cNvSpPr/>
          <p:nvPr/>
        </p:nvSpPr>
        <p:spPr>
          <a:xfrm>
            <a:off x="85421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4" name="Shape 1781"/>
          <p:cNvSpPr/>
          <p:nvPr/>
        </p:nvSpPr>
        <p:spPr>
          <a:xfrm>
            <a:off x="86564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5" name="Shape 1782"/>
          <p:cNvSpPr/>
          <p:nvPr/>
        </p:nvSpPr>
        <p:spPr>
          <a:xfrm>
            <a:off x="87707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6" name="Shape 1783"/>
          <p:cNvSpPr/>
          <p:nvPr/>
        </p:nvSpPr>
        <p:spPr>
          <a:xfrm>
            <a:off x="88850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7" name="Shape 1784"/>
          <p:cNvSpPr/>
          <p:nvPr/>
        </p:nvSpPr>
        <p:spPr>
          <a:xfrm>
            <a:off x="89993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8" name="Shape 1785"/>
          <p:cNvSpPr/>
          <p:nvPr/>
        </p:nvSpPr>
        <p:spPr>
          <a:xfrm>
            <a:off x="91136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9" name="Shape 1786"/>
          <p:cNvSpPr/>
          <p:nvPr/>
        </p:nvSpPr>
        <p:spPr>
          <a:xfrm>
            <a:off x="92279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0" name="Shape 1787"/>
          <p:cNvSpPr/>
          <p:nvPr/>
        </p:nvSpPr>
        <p:spPr>
          <a:xfrm>
            <a:off x="93422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1" name="Shape 1788"/>
          <p:cNvSpPr/>
          <p:nvPr/>
        </p:nvSpPr>
        <p:spPr>
          <a:xfrm>
            <a:off x="94565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2" name="Shape 1789"/>
          <p:cNvSpPr/>
          <p:nvPr/>
        </p:nvSpPr>
        <p:spPr>
          <a:xfrm>
            <a:off x="95708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3" name="Shape 1790"/>
          <p:cNvSpPr/>
          <p:nvPr/>
        </p:nvSpPr>
        <p:spPr>
          <a:xfrm>
            <a:off x="96851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4" name="Shape 1791"/>
          <p:cNvSpPr/>
          <p:nvPr/>
        </p:nvSpPr>
        <p:spPr>
          <a:xfrm>
            <a:off x="97994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5" name="Shape 1792"/>
          <p:cNvSpPr/>
          <p:nvPr/>
        </p:nvSpPr>
        <p:spPr>
          <a:xfrm>
            <a:off x="99137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6" name="Shape 1793"/>
          <p:cNvSpPr/>
          <p:nvPr/>
        </p:nvSpPr>
        <p:spPr>
          <a:xfrm>
            <a:off x="100280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7" name="Shape 1794"/>
          <p:cNvSpPr/>
          <p:nvPr/>
        </p:nvSpPr>
        <p:spPr>
          <a:xfrm>
            <a:off x="101423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8" name="Shape 1795"/>
          <p:cNvSpPr/>
          <p:nvPr/>
        </p:nvSpPr>
        <p:spPr>
          <a:xfrm>
            <a:off x="102566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9" name="Shape 1796"/>
          <p:cNvSpPr/>
          <p:nvPr/>
        </p:nvSpPr>
        <p:spPr>
          <a:xfrm>
            <a:off x="103709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0" name="Shape 1797"/>
          <p:cNvSpPr/>
          <p:nvPr/>
        </p:nvSpPr>
        <p:spPr>
          <a:xfrm>
            <a:off x="104852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1" name="Shape 1798"/>
          <p:cNvSpPr/>
          <p:nvPr/>
        </p:nvSpPr>
        <p:spPr>
          <a:xfrm>
            <a:off x="105995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2" name="Shape 1799"/>
          <p:cNvSpPr/>
          <p:nvPr/>
        </p:nvSpPr>
        <p:spPr>
          <a:xfrm>
            <a:off x="107138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3" name="Shape 1800"/>
          <p:cNvSpPr/>
          <p:nvPr/>
        </p:nvSpPr>
        <p:spPr>
          <a:xfrm>
            <a:off x="108281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4" name="Shape 1801"/>
          <p:cNvSpPr/>
          <p:nvPr/>
        </p:nvSpPr>
        <p:spPr>
          <a:xfrm>
            <a:off x="109424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5" name="Shape 1802"/>
          <p:cNvSpPr/>
          <p:nvPr/>
        </p:nvSpPr>
        <p:spPr>
          <a:xfrm>
            <a:off x="110567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6" name="Shape 1803"/>
          <p:cNvSpPr/>
          <p:nvPr/>
        </p:nvSpPr>
        <p:spPr>
          <a:xfrm>
            <a:off x="11171089" y="3536672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7" name="Shape 1804"/>
          <p:cNvSpPr/>
          <p:nvPr/>
        </p:nvSpPr>
        <p:spPr>
          <a:xfrm>
            <a:off x="67133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8" name="Shape 1805"/>
          <p:cNvSpPr/>
          <p:nvPr/>
        </p:nvSpPr>
        <p:spPr>
          <a:xfrm>
            <a:off x="68276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09" name="Shape 1806"/>
          <p:cNvSpPr/>
          <p:nvPr/>
        </p:nvSpPr>
        <p:spPr>
          <a:xfrm>
            <a:off x="69419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0" name="Shape 1807"/>
          <p:cNvSpPr/>
          <p:nvPr/>
        </p:nvSpPr>
        <p:spPr>
          <a:xfrm>
            <a:off x="70562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1" name="Shape 1808"/>
          <p:cNvSpPr/>
          <p:nvPr/>
        </p:nvSpPr>
        <p:spPr>
          <a:xfrm>
            <a:off x="71705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2" name="Shape 1809"/>
          <p:cNvSpPr/>
          <p:nvPr/>
        </p:nvSpPr>
        <p:spPr>
          <a:xfrm>
            <a:off x="72848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3" name="Shape 1810"/>
          <p:cNvSpPr/>
          <p:nvPr/>
        </p:nvSpPr>
        <p:spPr>
          <a:xfrm>
            <a:off x="73991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4" name="Shape 1811"/>
          <p:cNvSpPr/>
          <p:nvPr/>
        </p:nvSpPr>
        <p:spPr>
          <a:xfrm>
            <a:off x="75134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5" name="Shape 1812"/>
          <p:cNvSpPr/>
          <p:nvPr/>
        </p:nvSpPr>
        <p:spPr>
          <a:xfrm>
            <a:off x="76277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6" name="Shape 1813"/>
          <p:cNvSpPr/>
          <p:nvPr/>
        </p:nvSpPr>
        <p:spPr>
          <a:xfrm>
            <a:off x="77420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7" name="Shape 1814"/>
          <p:cNvSpPr/>
          <p:nvPr/>
        </p:nvSpPr>
        <p:spPr>
          <a:xfrm>
            <a:off x="78563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8" name="Shape 1815"/>
          <p:cNvSpPr/>
          <p:nvPr/>
        </p:nvSpPr>
        <p:spPr>
          <a:xfrm>
            <a:off x="79706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9" name="Shape 1816"/>
          <p:cNvSpPr/>
          <p:nvPr/>
        </p:nvSpPr>
        <p:spPr>
          <a:xfrm>
            <a:off x="80849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0" name="Shape 1817"/>
          <p:cNvSpPr/>
          <p:nvPr/>
        </p:nvSpPr>
        <p:spPr>
          <a:xfrm>
            <a:off x="81992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1" name="Shape 1818"/>
          <p:cNvSpPr/>
          <p:nvPr/>
        </p:nvSpPr>
        <p:spPr>
          <a:xfrm>
            <a:off x="83135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2" name="Shape 1819"/>
          <p:cNvSpPr/>
          <p:nvPr/>
        </p:nvSpPr>
        <p:spPr>
          <a:xfrm>
            <a:off x="84278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3" name="Shape 1820"/>
          <p:cNvSpPr/>
          <p:nvPr/>
        </p:nvSpPr>
        <p:spPr>
          <a:xfrm>
            <a:off x="85421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4" name="Shape 1821"/>
          <p:cNvSpPr/>
          <p:nvPr/>
        </p:nvSpPr>
        <p:spPr>
          <a:xfrm>
            <a:off x="86564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5" name="Shape 1822"/>
          <p:cNvSpPr/>
          <p:nvPr/>
        </p:nvSpPr>
        <p:spPr>
          <a:xfrm>
            <a:off x="87707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6" name="Shape 1823"/>
          <p:cNvSpPr/>
          <p:nvPr/>
        </p:nvSpPr>
        <p:spPr>
          <a:xfrm>
            <a:off x="88850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7" name="Shape 1824"/>
          <p:cNvSpPr/>
          <p:nvPr/>
        </p:nvSpPr>
        <p:spPr>
          <a:xfrm>
            <a:off x="89993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8" name="Shape 1825"/>
          <p:cNvSpPr/>
          <p:nvPr/>
        </p:nvSpPr>
        <p:spPr>
          <a:xfrm>
            <a:off x="91136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29" name="Shape 1826"/>
          <p:cNvSpPr/>
          <p:nvPr/>
        </p:nvSpPr>
        <p:spPr>
          <a:xfrm>
            <a:off x="92279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0" name="Shape 1827"/>
          <p:cNvSpPr/>
          <p:nvPr/>
        </p:nvSpPr>
        <p:spPr>
          <a:xfrm>
            <a:off x="93422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1" name="Shape 1828"/>
          <p:cNvSpPr/>
          <p:nvPr/>
        </p:nvSpPr>
        <p:spPr>
          <a:xfrm>
            <a:off x="94565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2" name="Shape 1829"/>
          <p:cNvSpPr/>
          <p:nvPr/>
        </p:nvSpPr>
        <p:spPr>
          <a:xfrm>
            <a:off x="95708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3" name="Shape 1830"/>
          <p:cNvSpPr/>
          <p:nvPr/>
        </p:nvSpPr>
        <p:spPr>
          <a:xfrm>
            <a:off x="96851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4" name="Shape 1831"/>
          <p:cNvSpPr/>
          <p:nvPr/>
        </p:nvSpPr>
        <p:spPr>
          <a:xfrm>
            <a:off x="97994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5" name="Shape 1832"/>
          <p:cNvSpPr/>
          <p:nvPr/>
        </p:nvSpPr>
        <p:spPr>
          <a:xfrm>
            <a:off x="99137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6" name="Shape 1833"/>
          <p:cNvSpPr/>
          <p:nvPr/>
        </p:nvSpPr>
        <p:spPr>
          <a:xfrm>
            <a:off x="100280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7" name="Shape 1834"/>
          <p:cNvSpPr/>
          <p:nvPr/>
        </p:nvSpPr>
        <p:spPr>
          <a:xfrm>
            <a:off x="101423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8" name="Shape 1835"/>
          <p:cNvSpPr/>
          <p:nvPr/>
        </p:nvSpPr>
        <p:spPr>
          <a:xfrm>
            <a:off x="102566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39" name="Shape 1836"/>
          <p:cNvSpPr/>
          <p:nvPr/>
        </p:nvSpPr>
        <p:spPr>
          <a:xfrm>
            <a:off x="103709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0" name="Shape 1837"/>
          <p:cNvSpPr/>
          <p:nvPr/>
        </p:nvSpPr>
        <p:spPr>
          <a:xfrm>
            <a:off x="104852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1" name="Shape 1838"/>
          <p:cNvSpPr/>
          <p:nvPr/>
        </p:nvSpPr>
        <p:spPr>
          <a:xfrm>
            <a:off x="105995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2" name="Shape 1839"/>
          <p:cNvSpPr/>
          <p:nvPr/>
        </p:nvSpPr>
        <p:spPr>
          <a:xfrm>
            <a:off x="107138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3" name="Shape 1840"/>
          <p:cNvSpPr/>
          <p:nvPr/>
        </p:nvSpPr>
        <p:spPr>
          <a:xfrm>
            <a:off x="108281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4" name="Shape 1841"/>
          <p:cNvSpPr/>
          <p:nvPr/>
        </p:nvSpPr>
        <p:spPr>
          <a:xfrm>
            <a:off x="109424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5" name="Shape 1842"/>
          <p:cNvSpPr/>
          <p:nvPr/>
        </p:nvSpPr>
        <p:spPr>
          <a:xfrm>
            <a:off x="110567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6" name="Shape 1843"/>
          <p:cNvSpPr/>
          <p:nvPr/>
        </p:nvSpPr>
        <p:spPr>
          <a:xfrm>
            <a:off x="11171089" y="360177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7" name="Shape 1844"/>
          <p:cNvSpPr/>
          <p:nvPr/>
        </p:nvSpPr>
        <p:spPr>
          <a:xfrm>
            <a:off x="67133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8" name="Shape 1845"/>
          <p:cNvSpPr/>
          <p:nvPr/>
        </p:nvSpPr>
        <p:spPr>
          <a:xfrm>
            <a:off x="68276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9" name="Shape 1846"/>
          <p:cNvSpPr/>
          <p:nvPr/>
        </p:nvSpPr>
        <p:spPr>
          <a:xfrm>
            <a:off x="69419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0" name="Shape 1847"/>
          <p:cNvSpPr/>
          <p:nvPr/>
        </p:nvSpPr>
        <p:spPr>
          <a:xfrm>
            <a:off x="70562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1" name="Shape 1848"/>
          <p:cNvSpPr/>
          <p:nvPr/>
        </p:nvSpPr>
        <p:spPr>
          <a:xfrm>
            <a:off x="71705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2" name="Shape 1849"/>
          <p:cNvSpPr/>
          <p:nvPr/>
        </p:nvSpPr>
        <p:spPr>
          <a:xfrm>
            <a:off x="72848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3" name="Shape 1850"/>
          <p:cNvSpPr/>
          <p:nvPr/>
        </p:nvSpPr>
        <p:spPr>
          <a:xfrm>
            <a:off x="73991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4" name="Shape 1851"/>
          <p:cNvSpPr/>
          <p:nvPr/>
        </p:nvSpPr>
        <p:spPr>
          <a:xfrm>
            <a:off x="75134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5" name="Shape 1852"/>
          <p:cNvSpPr/>
          <p:nvPr/>
        </p:nvSpPr>
        <p:spPr>
          <a:xfrm>
            <a:off x="76277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6" name="Shape 1853"/>
          <p:cNvSpPr/>
          <p:nvPr/>
        </p:nvSpPr>
        <p:spPr>
          <a:xfrm>
            <a:off x="77420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7" name="Shape 1854"/>
          <p:cNvSpPr/>
          <p:nvPr/>
        </p:nvSpPr>
        <p:spPr>
          <a:xfrm>
            <a:off x="78563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8" name="Shape 1855"/>
          <p:cNvSpPr/>
          <p:nvPr/>
        </p:nvSpPr>
        <p:spPr>
          <a:xfrm>
            <a:off x="79706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59" name="Shape 1856"/>
          <p:cNvSpPr/>
          <p:nvPr/>
        </p:nvSpPr>
        <p:spPr>
          <a:xfrm>
            <a:off x="80849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0" name="Shape 1857"/>
          <p:cNvSpPr/>
          <p:nvPr/>
        </p:nvSpPr>
        <p:spPr>
          <a:xfrm>
            <a:off x="81992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1" name="Shape 1858"/>
          <p:cNvSpPr/>
          <p:nvPr/>
        </p:nvSpPr>
        <p:spPr>
          <a:xfrm>
            <a:off x="83135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2" name="Shape 1859"/>
          <p:cNvSpPr/>
          <p:nvPr/>
        </p:nvSpPr>
        <p:spPr>
          <a:xfrm>
            <a:off x="84278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3" name="Shape 1860"/>
          <p:cNvSpPr/>
          <p:nvPr/>
        </p:nvSpPr>
        <p:spPr>
          <a:xfrm>
            <a:off x="85421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4" name="Shape 1861"/>
          <p:cNvSpPr/>
          <p:nvPr/>
        </p:nvSpPr>
        <p:spPr>
          <a:xfrm>
            <a:off x="86564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5" name="Shape 1862"/>
          <p:cNvSpPr/>
          <p:nvPr/>
        </p:nvSpPr>
        <p:spPr>
          <a:xfrm>
            <a:off x="87707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6" name="Shape 1863"/>
          <p:cNvSpPr/>
          <p:nvPr/>
        </p:nvSpPr>
        <p:spPr>
          <a:xfrm>
            <a:off x="88850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7" name="Shape 1864"/>
          <p:cNvSpPr/>
          <p:nvPr/>
        </p:nvSpPr>
        <p:spPr>
          <a:xfrm>
            <a:off x="89993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8" name="Shape 1865"/>
          <p:cNvSpPr/>
          <p:nvPr/>
        </p:nvSpPr>
        <p:spPr>
          <a:xfrm>
            <a:off x="91136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69" name="Shape 1866"/>
          <p:cNvSpPr/>
          <p:nvPr/>
        </p:nvSpPr>
        <p:spPr>
          <a:xfrm>
            <a:off x="92279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0" name="Shape 1867"/>
          <p:cNvSpPr/>
          <p:nvPr/>
        </p:nvSpPr>
        <p:spPr>
          <a:xfrm>
            <a:off x="93422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1" name="Shape 1868"/>
          <p:cNvSpPr/>
          <p:nvPr/>
        </p:nvSpPr>
        <p:spPr>
          <a:xfrm>
            <a:off x="94565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2" name="Shape 1869"/>
          <p:cNvSpPr/>
          <p:nvPr/>
        </p:nvSpPr>
        <p:spPr>
          <a:xfrm>
            <a:off x="95708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3" name="Shape 1870"/>
          <p:cNvSpPr/>
          <p:nvPr/>
        </p:nvSpPr>
        <p:spPr>
          <a:xfrm>
            <a:off x="96851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4" name="Shape 1871"/>
          <p:cNvSpPr/>
          <p:nvPr/>
        </p:nvSpPr>
        <p:spPr>
          <a:xfrm>
            <a:off x="97994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5" name="Shape 1872"/>
          <p:cNvSpPr/>
          <p:nvPr/>
        </p:nvSpPr>
        <p:spPr>
          <a:xfrm>
            <a:off x="99137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6" name="Shape 1873"/>
          <p:cNvSpPr/>
          <p:nvPr/>
        </p:nvSpPr>
        <p:spPr>
          <a:xfrm>
            <a:off x="100280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7" name="Shape 1874"/>
          <p:cNvSpPr/>
          <p:nvPr/>
        </p:nvSpPr>
        <p:spPr>
          <a:xfrm>
            <a:off x="101423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8" name="Shape 1875"/>
          <p:cNvSpPr/>
          <p:nvPr/>
        </p:nvSpPr>
        <p:spPr>
          <a:xfrm>
            <a:off x="102566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79" name="Shape 1876"/>
          <p:cNvSpPr/>
          <p:nvPr/>
        </p:nvSpPr>
        <p:spPr>
          <a:xfrm>
            <a:off x="103709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0" name="Shape 1877"/>
          <p:cNvSpPr/>
          <p:nvPr/>
        </p:nvSpPr>
        <p:spPr>
          <a:xfrm>
            <a:off x="104852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1" name="Shape 1878"/>
          <p:cNvSpPr/>
          <p:nvPr/>
        </p:nvSpPr>
        <p:spPr>
          <a:xfrm>
            <a:off x="105995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2" name="Shape 1879"/>
          <p:cNvSpPr/>
          <p:nvPr/>
        </p:nvSpPr>
        <p:spPr>
          <a:xfrm>
            <a:off x="107138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3" name="Shape 1880"/>
          <p:cNvSpPr/>
          <p:nvPr/>
        </p:nvSpPr>
        <p:spPr>
          <a:xfrm>
            <a:off x="108281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4" name="Shape 1881"/>
          <p:cNvSpPr/>
          <p:nvPr/>
        </p:nvSpPr>
        <p:spPr>
          <a:xfrm>
            <a:off x="109424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5" name="Shape 1882"/>
          <p:cNvSpPr/>
          <p:nvPr/>
        </p:nvSpPr>
        <p:spPr>
          <a:xfrm>
            <a:off x="110567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6" name="Shape 1883"/>
          <p:cNvSpPr/>
          <p:nvPr/>
        </p:nvSpPr>
        <p:spPr>
          <a:xfrm>
            <a:off x="11171089" y="3666883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7" name="Shape 1884"/>
          <p:cNvSpPr/>
          <p:nvPr/>
        </p:nvSpPr>
        <p:spPr>
          <a:xfrm>
            <a:off x="67133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8" name="Shape 1885"/>
          <p:cNvSpPr/>
          <p:nvPr/>
        </p:nvSpPr>
        <p:spPr>
          <a:xfrm>
            <a:off x="68276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89" name="Shape 1886"/>
          <p:cNvSpPr/>
          <p:nvPr/>
        </p:nvSpPr>
        <p:spPr>
          <a:xfrm>
            <a:off x="69419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0" name="Shape 1887"/>
          <p:cNvSpPr/>
          <p:nvPr/>
        </p:nvSpPr>
        <p:spPr>
          <a:xfrm>
            <a:off x="70562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1" name="Shape 1888"/>
          <p:cNvSpPr/>
          <p:nvPr/>
        </p:nvSpPr>
        <p:spPr>
          <a:xfrm>
            <a:off x="71705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2" name="Shape 1889"/>
          <p:cNvSpPr/>
          <p:nvPr/>
        </p:nvSpPr>
        <p:spPr>
          <a:xfrm>
            <a:off x="72848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3" name="Shape 1890"/>
          <p:cNvSpPr/>
          <p:nvPr/>
        </p:nvSpPr>
        <p:spPr>
          <a:xfrm>
            <a:off x="73991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4" name="Shape 1891"/>
          <p:cNvSpPr/>
          <p:nvPr/>
        </p:nvSpPr>
        <p:spPr>
          <a:xfrm>
            <a:off x="75134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5" name="Shape 1892"/>
          <p:cNvSpPr/>
          <p:nvPr/>
        </p:nvSpPr>
        <p:spPr>
          <a:xfrm>
            <a:off x="76277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6" name="Shape 1893"/>
          <p:cNvSpPr/>
          <p:nvPr/>
        </p:nvSpPr>
        <p:spPr>
          <a:xfrm>
            <a:off x="77420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7" name="Shape 1894"/>
          <p:cNvSpPr/>
          <p:nvPr/>
        </p:nvSpPr>
        <p:spPr>
          <a:xfrm>
            <a:off x="78563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8" name="Shape 1895"/>
          <p:cNvSpPr/>
          <p:nvPr/>
        </p:nvSpPr>
        <p:spPr>
          <a:xfrm>
            <a:off x="79706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99" name="Shape 1896"/>
          <p:cNvSpPr/>
          <p:nvPr/>
        </p:nvSpPr>
        <p:spPr>
          <a:xfrm>
            <a:off x="80849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0" name="Shape 1897"/>
          <p:cNvSpPr/>
          <p:nvPr/>
        </p:nvSpPr>
        <p:spPr>
          <a:xfrm>
            <a:off x="81992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1" name="Shape 1898"/>
          <p:cNvSpPr/>
          <p:nvPr/>
        </p:nvSpPr>
        <p:spPr>
          <a:xfrm>
            <a:off x="83135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2" name="Shape 1899"/>
          <p:cNvSpPr/>
          <p:nvPr/>
        </p:nvSpPr>
        <p:spPr>
          <a:xfrm>
            <a:off x="84278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3" name="Shape 1900"/>
          <p:cNvSpPr/>
          <p:nvPr/>
        </p:nvSpPr>
        <p:spPr>
          <a:xfrm>
            <a:off x="85421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4" name="Shape 1901"/>
          <p:cNvSpPr/>
          <p:nvPr/>
        </p:nvSpPr>
        <p:spPr>
          <a:xfrm>
            <a:off x="86564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5" name="Shape 1902"/>
          <p:cNvSpPr/>
          <p:nvPr/>
        </p:nvSpPr>
        <p:spPr>
          <a:xfrm>
            <a:off x="87707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6" name="Shape 1903"/>
          <p:cNvSpPr/>
          <p:nvPr/>
        </p:nvSpPr>
        <p:spPr>
          <a:xfrm>
            <a:off x="88850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7" name="Shape 1904"/>
          <p:cNvSpPr/>
          <p:nvPr/>
        </p:nvSpPr>
        <p:spPr>
          <a:xfrm>
            <a:off x="89993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8" name="Shape 1905"/>
          <p:cNvSpPr/>
          <p:nvPr/>
        </p:nvSpPr>
        <p:spPr>
          <a:xfrm>
            <a:off x="91136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09" name="Shape 1906"/>
          <p:cNvSpPr/>
          <p:nvPr/>
        </p:nvSpPr>
        <p:spPr>
          <a:xfrm>
            <a:off x="92279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0" name="Shape 1907"/>
          <p:cNvSpPr/>
          <p:nvPr/>
        </p:nvSpPr>
        <p:spPr>
          <a:xfrm>
            <a:off x="93422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1" name="Shape 1908"/>
          <p:cNvSpPr/>
          <p:nvPr/>
        </p:nvSpPr>
        <p:spPr>
          <a:xfrm>
            <a:off x="94565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2" name="Shape 1909"/>
          <p:cNvSpPr/>
          <p:nvPr/>
        </p:nvSpPr>
        <p:spPr>
          <a:xfrm>
            <a:off x="95708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3" name="Shape 1910"/>
          <p:cNvSpPr/>
          <p:nvPr/>
        </p:nvSpPr>
        <p:spPr>
          <a:xfrm>
            <a:off x="96851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4" name="Shape 1911"/>
          <p:cNvSpPr/>
          <p:nvPr/>
        </p:nvSpPr>
        <p:spPr>
          <a:xfrm>
            <a:off x="97994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5" name="Shape 1912"/>
          <p:cNvSpPr/>
          <p:nvPr/>
        </p:nvSpPr>
        <p:spPr>
          <a:xfrm>
            <a:off x="99137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6" name="Shape 1913"/>
          <p:cNvSpPr/>
          <p:nvPr/>
        </p:nvSpPr>
        <p:spPr>
          <a:xfrm>
            <a:off x="100280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7" name="Shape 1914"/>
          <p:cNvSpPr/>
          <p:nvPr/>
        </p:nvSpPr>
        <p:spPr>
          <a:xfrm>
            <a:off x="101423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8" name="Shape 1915"/>
          <p:cNvSpPr/>
          <p:nvPr/>
        </p:nvSpPr>
        <p:spPr>
          <a:xfrm>
            <a:off x="102566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19" name="Shape 1916"/>
          <p:cNvSpPr/>
          <p:nvPr/>
        </p:nvSpPr>
        <p:spPr>
          <a:xfrm>
            <a:off x="103709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0" name="Shape 1917"/>
          <p:cNvSpPr/>
          <p:nvPr/>
        </p:nvSpPr>
        <p:spPr>
          <a:xfrm>
            <a:off x="104852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1" name="Shape 1918"/>
          <p:cNvSpPr/>
          <p:nvPr/>
        </p:nvSpPr>
        <p:spPr>
          <a:xfrm>
            <a:off x="105995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2" name="Shape 1919"/>
          <p:cNvSpPr/>
          <p:nvPr/>
        </p:nvSpPr>
        <p:spPr>
          <a:xfrm>
            <a:off x="107138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3" name="Shape 1920"/>
          <p:cNvSpPr/>
          <p:nvPr/>
        </p:nvSpPr>
        <p:spPr>
          <a:xfrm>
            <a:off x="108281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4" name="Shape 1921"/>
          <p:cNvSpPr/>
          <p:nvPr/>
        </p:nvSpPr>
        <p:spPr>
          <a:xfrm>
            <a:off x="109424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5" name="Shape 1922"/>
          <p:cNvSpPr/>
          <p:nvPr/>
        </p:nvSpPr>
        <p:spPr>
          <a:xfrm>
            <a:off x="110567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6" name="Shape 1923"/>
          <p:cNvSpPr/>
          <p:nvPr/>
        </p:nvSpPr>
        <p:spPr>
          <a:xfrm>
            <a:off x="11171089" y="3731988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7" name="Shape 1924"/>
          <p:cNvSpPr/>
          <p:nvPr/>
        </p:nvSpPr>
        <p:spPr>
          <a:xfrm>
            <a:off x="67133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8" name="Shape 1925"/>
          <p:cNvSpPr/>
          <p:nvPr/>
        </p:nvSpPr>
        <p:spPr>
          <a:xfrm>
            <a:off x="68276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29" name="Shape 1926"/>
          <p:cNvSpPr/>
          <p:nvPr/>
        </p:nvSpPr>
        <p:spPr>
          <a:xfrm>
            <a:off x="69419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0" name="Shape 1927"/>
          <p:cNvSpPr/>
          <p:nvPr/>
        </p:nvSpPr>
        <p:spPr>
          <a:xfrm>
            <a:off x="70562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1" name="Shape 1928"/>
          <p:cNvSpPr/>
          <p:nvPr/>
        </p:nvSpPr>
        <p:spPr>
          <a:xfrm>
            <a:off x="71705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2" name="Shape 1929"/>
          <p:cNvSpPr/>
          <p:nvPr/>
        </p:nvSpPr>
        <p:spPr>
          <a:xfrm>
            <a:off x="72848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3" name="Shape 1930"/>
          <p:cNvSpPr/>
          <p:nvPr/>
        </p:nvSpPr>
        <p:spPr>
          <a:xfrm>
            <a:off x="73991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4" name="Shape 1931"/>
          <p:cNvSpPr/>
          <p:nvPr/>
        </p:nvSpPr>
        <p:spPr>
          <a:xfrm>
            <a:off x="75134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5" name="Shape 1932"/>
          <p:cNvSpPr/>
          <p:nvPr/>
        </p:nvSpPr>
        <p:spPr>
          <a:xfrm>
            <a:off x="76277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6" name="Shape 1933"/>
          <p:cNvSpPr/>
          <p:nvPr/>
        </p:nvSpPr>
        <p:spPr>
          <a:xfrm>
            <a:off x="77420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7" name="Shape 1934"/>
          <p:cNvSpPr/>
          <p:nvPr/>
        </p:nvSpPr>
        <p:spPr>
          <a:xfrm>
            <a:off x="78563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8" name="Shape 1935"/>
          <p:cNvSpPr/>
          <p:nvPr/>
        </p:nvSpPr>
        <p:spPr>
          <a:xfrm>
            <a:off x="79706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39" name="Shape 1936"/>
          <p:cNvSpPr/>
          <p:nvPr/>
        </p:nvSpPr>
        <p:spPr>
          <a:xfrm>
            <a:off x="80849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0" name="Shape 1937"/>
          <p:cNvSpPr/>
          <p:nvPr/>
        </p:nvSpPr>
        <p:spPr>
          <a:xfrm>
            <a:off x="81992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1" name="Shape 1938"/>
          <p:cNvSpPr/>
          <p:nvPr/>
        </p:nvSpPr>
        <p:spPr>
          <a:xfrm>
            <a:off x="83135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2" name="Shape 1939"/>
          <p:cNvSpPr/>
          <p:nvPr/>
        </p:nvSpPr>
        <p:spPr>
          <a:xfrm>
            <a:off x="84278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3" name="Shape 1940"/>
          <p:cNvSpPr/>
          <p:nvPr/>
        </p:nvSpPr>
        <p:spPr>
          <a:xfrm>
            <a:off x="85421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4" name="Shape 1941"/>
          <p:cNvSpPr/>
          <p:nvPr/>
        </p:nvSpPr>
        <p:spPr>
          <a:xfrm>
            <a:off x="86564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5" name="Shape 1942"/>
          <p:cNvSpPr/>
          <p:nvPr/>
        </p:nvSpPr>
        <p:spPr>
          <a:xfrm>
            <a:off x="87707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6" name="Shape 1943"/>
          <p:cNvSpPr/>
          <p:nvPr/>
        </p:nvSpPr>
        <p:spPr>
          <a:xfrm>
            <a:off x="88850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7" name="Shape 1944"/>
          <p:cNvSpPr/>
          <p:nvPr/>
        </p:nvSpPr>
        <p:spPr>
          <a:xfrm>
            <a:off x="89993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8" name="Shape 1945"/>
          <p:cNvSpPr/>
          <p:nvPr/>
        </p:nvSpPr>
        <p:spPr>
          <a:xfrm>
            <a:off x="91136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49" name="Shape 1946"/>
          <p:cNvSpPr/>
          <p:nvPr/>
        </p:nvSpPr>
        <p:spPr>
          <a:xfrm>
            <a:off x="92279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0" name="Shape 1947"/>
          <p:cNvSpPr/>
          <p:nvPr/>
        </p:nvSpPr>
        <p:spPr>
          <a:xfrm>
            <a:off x="93422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1" name="Shape 1948"/>
          <p:cNvSpPr/>
          <p:nvPr/>
        </p:nvSpPr>
        <p:spPr>
          <a:xfrm>
            <a:off x="94565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2" name="Shape 1949"/>
          <p:cNvSpPr/>
          <p:nvPr/>
        </p:nvSpPr>
        <p:spPr>
          <a:xfrm>
            <a:off x="95708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3" name="Shape 1950"/>
          <p:cNvSpPr/>
          <p:nvPr/>
        </p:nvSpPr>
        <p:spPr>
          <a:xfrm>
            <a:off x="96851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4" name="Shape 1951"/>
          <p:cNvSpPr/>
          <p:nvPr/>
        </p:nvSpPr>
        <p:spPr>
          <a:xfrm>
            <a:off x="97994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5" name="Shape 1952"/>
          <p:cNvSpPr/>
          <p:nvPr/>
        </p:nvSpPr>
        <p:spPr>
          <a:xfrm>
            <a:off x="99137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6" name="Shape 1953"/>
          <p:cNvSpPr/>
          <p:nvPr/>
        </p:nvSpPr>
        <p:spPr>
          <a:xfrm>
            <a:off x="100280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7" name="Shape 1954"/>
          <p:cNvSpPr/>
          <p:nvPr/>
        </p:nvSpPr>
        <p:spPr>
          <a:xfrm>
            <a:off x="101423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8" name="Shape 1955"/>
          <p:cNvSpPr/>
          <p:nvPr/>
        </p:nvSpPr>
        <p:spPr>
          <a:xfrm>
            <a:off x="102566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59" name="Shape 1956"/>
          <p:cNvSpPr/>
          <p:nvPr/>
        </p:nvSpPr>
        <p:spPr>
          <a:xfrm>
            <a:off x="103709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0" name="Shape 1957"/>
          <p:cNvSpPr/>
          <p:nvPr/>
        </p:nvSpPr>
        <p:spPr>
          <a:xfrm>
            <a:off x="104852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1" name="Shape 1958"/>
          <p:cNvSpPr/>
          <p:nvPr/>
        </p:nvSpPr>
        <p:spPr>
          <a:xfrm>
            <a:off x="105995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2" name="Shape 1959"/>
          <p:cNvSpPr/>
          <p:nvPr/>
        </p:nvSpPr>
        <p:spPr>
          <a:xfrm>
            <a:off x="107138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3" name="Shape 1960"/>
          <p:cNvSpPr/>
          <p:nvPr/>
        </p:nvSpPr>
        <p:spPr>
          <a:xfrm>
            <a:off x="108281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4" name="Shape 1961"/>
          <p:cNvSpPr/>
          <p:nvPr/>
        </p:nvSpPr>
        <p:spPr>
          <a:xfrm>
            <a:off x="109424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5" name="Shape 1962"/>
          <p:cNvSpPr/>
          <p:nvPr/>
        </p:nvSpPr>
        <p:spPr>
          <a:xfrm>
            <a:off x="110567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6" name="Shape 1963"/>
          <p:cNvSpPr/>
          <p:nvPr/>
        </p:nvSpPr>
        <p:spPr>
          <a:xfrm>
            <a:off x="11171089" y="3797094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7" name="Shape 1964"/>
          <p:cNvSpPr/>
          <p:nvPr/>
        </p:nvSpPr>
        <p:spPr>
          <a:xfrm>
            <a:off x="67133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8" name="Shape 1965"/>
          <p:cNvSpPr/>
          <p:nvPr/>
        </p:nvSpPr>
        <p:spPr>
          <a:xfrm>
            <a:off x="68276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9" name="Shape 1966"/>
          <p:cNvSpPr/>
          <p:nvPr/>
        </p:nvSpPr>
        <p:spPr>
          <a:xfrm>
            <a:off x="69419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0" name="Shape 1967"/>
          <p:cNvSpPr/>
          <p:nvPr/>
        </p:nvSpPr>
        <p:spPr>
          <a:xfrm>
            <a:off x="70562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1" name="Shape 1968"/>
          <p:cNvSpPr/>
          <p:nvPr/>
        </p:nvSpPr>
        <p:spPr>
          <a:xfrm>
            <a:off x="71705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2" name="Shape 1969"/>
          <p:cNvSpPr/>
          <p:nvPr/>
        </p:nvSpPr>
        <p:spPr>
          <a:xfrm>
            <a:off x="72848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3" name="Shape 1970"/>
          <p:cNvSpPr/>
          <p:nvPr/>
        </p:nvSpPr>
        <p:spPr>
          <a:xfrm>
            <a:off x="73991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4" name="Shape 1971"/>
          <p:cNvSpPr/>
          <p:nvPr/>
        </p:nvSpPr>
        <p:spPr>
          <a:xfrm>
            <a:off x="75134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5" name="Shape 1972"/>
          <p:cNvSpPr/>
          <p:nvPr/>
        </p:nvSpPr>
        <p:spPr>
          <a:xfrm>
            <a:off x="76277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6" name="Shape 1973"/>
          <p:cNvSpPr/>
          <p:nvPr/>
        </p:nvSpPr>
        <p:spPr>
          <a:xfrm>
            <a:off x="77420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7" name="Shape 1974"/>
          <p:cNvSpPr/>
          <p:nvPr/>
        </p:nvSpPr>
        <p:spPr>
          <a:xfrm>
            <a:off x="78563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8" name="Shape 1975"/>
          <p:cNvSpPr/>
          <p:nvPr/>
        </p:nvSpPr>
        <p:spPr>
          <a:xfrm>
            <a:off x="79706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79" name="Shape 1976"/>
          <p:cNvSpPr/>
          <p:nvPr/>
        </p:nvSpPr>
        <p:spPr>
          <a:xfrm>
            <a:off x="80849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0" name="Shape 1977"/>
          <p:cNvSpPr/>
          <p:nvPr/>
        </p:nvSpPr>
        <p:spPr>
          <a:xfrm>
            <a:off x="81992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1" name="Shape 1978"/>
          <p:cNvSpPr/>
          <p:nvPr/>
        </p:nvSpPr>
        <p:spPr>
          <a:xfrm>
            <a:off x="83135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2" name="Shape 1979"/>
          <p:cNvSpPr/>
          <p:nvPr/>
        </p:nvSpPr>
        <p:spPr>
          <a:xfrm>
            <a:off x="84278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3" name="Shape 1980"/>
          <p:cNvSpPr/>
          <p:nvPr/>
        </p:nvSpPr>
        <p:spPr>
          <a:xfrm>
            <a:off x="85421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4" name="Shape 1981"/>
          <p:cNvSpPr/>
          <p:nvPr/>
        </p:nvSpPr>
        <p:spPr>
          <a:xfrm>
            <a:off x="86564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5" name="Shape 1982"/>
          <p:cNvSpPr/>
          <p:nvPr/>
        </p:nvSpPr>
        <p:spPr>
          <a:xfrm>
            <a:off x="87707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6" name="Shape 1983"/>
          <p:cNvSpPr/>
          <p:nvPr/>
        </p:nvSpPr>
        <p:spPr>
          <a:xfrm>
            <a:off x="88850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7" name="Shape 1984"/>
          <p:cNvSpPr/>
          <p:nvPr/>
        </p:nvSpPr>
        <p:spPr>
          <a:xfrm>
            <a:off x="89993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8" name="Shape 1985"/>
          <p:cNvSpPr/>
          <p:nvPr/>
        </p:nvSpPr>
        <p:spPr>
          <a:xfrm>
            <a:off x="91136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89" name="Shape 1986"/>
          <p:cNvSpPr/>
          <p:nvPr/>
        </p:nvSpPr>
        <p:spPr>
          <a:xfrm>
            <a:off x="92279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0" name="Shape 1987"/>
          <p:cNvSpPr/>
          <p:nvPr/>
        </p:nvSpPr>
        <p:spPr>
          <a:xfrm>
            <a:off x="93422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1" name="Shape 1988"/>
          <p:cNvSpPr/>
          <p:nvPr/>
        </p:nvSpPr>
        <p:spPr>
          <a:xfrm>
            <a:off x="94565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2" name="Shape 1989"/>
          <p:cNvSpPr/>
          <p:nvPr/>
        </p:nvSpPr>
        <p:spPr>
          <a:xfrm>
            <a:off x="95708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3" name="Shape 1990"/>
          <p:cNvSpPr/>
          <p:nvPr/>
        </p:nvSpPr>
        <p:spPr>
          <a:xfrm>
            <a:off x="96851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4" name="Shape 1991"/>
          <p:cNvSpPr/>
          <p:nvPr/>
        </p:nvSpPr>
        <p:spPr>
          <a:xfrm>
            <a:off x="97994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5" name="Shape 1992"/>
          <p:cNvSpPr/>
          <p:nvPr/>
        </p:nvSpPr>
        <p:spPr>
          <a:xfrm>
            <a:off x="99137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6" name="Shape 1993"/>
          <p:cNvSpPr/>
          <p:nvPr/>
        </p:nvSpPr>
        <p:spPr>
          <a:xfrm>
            <a:off x="100280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7" name="Shape 1994"/>
          <p:cNvSpPr/>
          <p:nvPr/>
        </p:nvSpPr>
        <p:spPr>
          <a:xfrm>
            <a:off x="101423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8" name="Shape 1995"/>
          <p:cNvSpPr/>
          <p:nvPr/>
        </p:nvSpPr>
        <p:spPr>
          <a:xfrm>
            <a:off x="102566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99" name="Shape 1996"/>
          <p:cNvSpPr/>
          <p:nvPr/>
        </p:nvSpPr>
        <p:spPr>
          <a:xfrm>
            <a:off x="103709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0" name="Shape 1997"/>
          <p:cNvSpPr/>
          <p:nvPr/>
        </p:nvSpPr>
        <p:spPr>
          <a:xfrm>
            <a:off x="104852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1" name="Shape 1998"/>
          <p:cNvSpPr/>
          <p:nvPr/>
        </p:nvSpPr>
        <p:spPr>
          <a:xfrm>
            <a:off x="105995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2" name="Shape 1999"/>
          <p:cNvSpPr/>
          <p:nvPr/>
        </p:nvSpPr>
        <p:spPr>
          <a:xfrm>
            <a:off x="107138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3" name="Shape 2000"/>
          <p:cNvSpPr/>
          <p:nvPr/>
        </p:nvSpPr>
        <p:spPr>
          <a:xfrm>
            <a:off x="108281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4" name="Shape 2001"/>
          <p:cNvSpPr/>
          <p:nvPr/>
        </p:nvSpPr>
        <p:spPr>
          <a:xfrm>
            <a:off x="109424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5" name="Shape 2002"/>
          <p:cNvSpPr/>
          <p:nvPr/>
        </p:nvSpPr>
        <p:spPr>
          <a:xfrm>
            <a:off x="110567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6" name="Shape 2003"/>
          <p:cNvSpPr/>
          <p:nvPr/>
        </p:nvSpPr>
        <p:spPr>
          <a:xfrm>
            <a:off x="11171089" y="3862199"/>
            <a:ext cx="37761" cy="37761"/>
          </a:xfrm>
          <a:prstGeom prst="ellipse">
            <a:avLst/>
          </a:prstGeom>
          <a:solidFill>
            <a:srgbClr val="C9D0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07" name="Text 2004"/>
          <p:cNvSpPr/>
          <p:nvPr/>
        </p:nvSpPr>
        <p:spPr>
          <a:xfrm>
            <a:off x="914400" y="39116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 1,000 have a heart attack</a:t>
            </a:r>
            <a:endParaRPr lang="en-US" sz="2000" dirty="0"/>
          </a:p>
        </p:txBody>
      </p:sp>
      <p:sp>
        <p:nvSpPr>
          <p:cNvPr id="2008" name="Text 2005"/>
          <p:cNvSpPr/>
          <p:nvPr/>
        </p:nvSpPr>
        <p:spPr>
          <a:xfrm>
            <a:off x="6680200" y="39116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in 1,000 have a heart attack</a:t>
            </a:r>
            <a:endParaRPr lang="en-US" sz="2000" dirty="0"/>
          </a:p>
        </p:txBody>
      </p:sp>
      <p:sp>
        <p:nvSpPr>
          <p:cNvPr id="2009" name="Shape 2006"/>
          <p:cNvSpPr/>
          <p:nvPr/>
        </p:nvSpPr>
        <p:spPr>
          <a:xfrm>
            <a:off x="914400" y="4445000"/>
            <a:ext cx="4572000" cy="812800"/>
          </a:xfrm>
          <a:prstGeom prst="roundRect">
            <a:avLst>
              <a:gd name="adj" fmla="val 7813"/>
            </a:avLst>
          </a:prstGeom>
          <a:solidFill>
            <a:srgbClr val="C2683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10" name="Text 2007"/>
          <p:cNvSpPr/>
          <p:nvPr/>
        </p:nvSpPr>
        <p:spPr>
          <a:xfrm>
            <a:off x="1193800" y="4521200"/>
            <a:ext cx="40259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36% Relative</a:t>
            </a:r>
            <a:endParaRPr lang="en-US" sz="2000" dirty="0"/>
          </a:p>
        </p:txBody>
      </p:sp>
      <p:sp>
        <p:nvSpPr>
          <p:cNvPr id="2011" name="Text 2008"/>
          <p:cNvSpPr/>
          <p:nvPr/>
        </p:nvSpPr>
        <p:spPr>
          <a:xfrm>
            <a:off x="1193800" y="4876800"/>
            <a:ext cx="4114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relative cut — the headline</a:t>
            </a:r>
            <a:endParaRPr lang="en-US" sz="1400" dirty="0"/>
          </a:p>
        </p:txBody>
      </p:sp>
      <p:sp>
        <p:nvSpPr>
          <p:cNvPr id="2012" name="Shape 2009"/>
          <p:cNvSpPr/>
          <p:nvPr/>
        </p:nvSpPr>
        <p:spPr>
          <a:xfrm>
            <a:off x="6680200" y="4445000"/>
            <a:ext cx="4572000" cy="812800"/>
          </a:xfrm>
          <a:prstGeom prst="roundRect">
            <a:avLst>
              <a:gd name="adj" fmla="val 7813"/>
            </a:avLst>
          </a:prstGeom>
          <a:solidFill>
            <a:srgbClr val="15686B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13" name="Text 2010"/>
          <p:cNvSpPr/>
          <p:nvPr/>
        </p:nvSpPr>
        <p:spPr>
          <a:xfrm>
            <a:off x="6946900" y="4521200"/>
            <a:ext cx="40259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11% Absolute</a:t>
            </a:r>
            <a:endParaRPr lang="en-US" sz="2000" dirty="0"/>
          </a:p>
        </p:txBody>
      </p:sp>
      <p:sp>
        <p:nvSpPr>
          <p:cNvPr id="2014" name="Text 2011"/>
          <p:cNvSpPr/>
          <p:nvPr/>
        </p:nvSpPr>
        <p:spPr>
          <a:xfrm>
            <a:off x="6946900" y="4876800"/>
            <a:ext cx="420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 benefit · NNT 91</a:t>
            </a:r>
            <a:endParaRPr lang="en-US" sz="1400" dirty="0"/>
          </a:p>
        </p:txBody>
      </p:sp>
      <p:sp>
        <p:nvSpPr>
          <p:cNvPr id="2015" name="Text 2012"/>
          <p:cNvSpPr/>
          <p:nvPr/>
        </p:nvSpPr>
        <p:spPr>
          <a:xfrm>
            <a:off x="863600" y="5461000"/>
            <a:ext cx="1051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ASCOT-LLA, atorvastatin 10 mg vs placebo, 1.9% vs 3.0% over 3.3 years; absolute reduction 1.1%, NNT 91. Lancet 2003; Lipitor label.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18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411480"/>
            <a:ext cx="1828800" cy="3712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to Read the Next “36%” You See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841248" y="170078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that turn any relative-risk headline into a real one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737360" y="2212848"/>
            <a:ext cx="8686800" cy="1325880"/>
          </a:xfrm>
          <a:prstGeom prst="roundRect">
            <a:avLst>
              <a:gd name="adj" fmla="val 12414"/>
            </a:avLst>
          </a:prstGeom>
          <a:solidFill>
            <a:srgbClr val="C2683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194560" y="2286000"/>
            <a:ext cx="77724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“New study: cuts your risk by a third!”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0800000">
            <a:off x="3931920" y="3465576"/>
            <a:ext cx="502920" cy="438912"/>
          </a:xfrm>
          <a:prstGeom prst="triangl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" y="406908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7EAE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Percent of what?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percent with no starting number can't be judged. Find the two actual rates being compared.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25696" y="406908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7EAE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00016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Find the absolute gap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00016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them. That difference, per 100 or per 1,000, is the benefit you would actually get.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82712" y="406908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7EAE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57032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Then weigh it for you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57032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your own baseline risk, the side effects, and the cost. The headline never does this.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applies to any relative-risk claim. Worked example throughout: Lipitor, ASCOT-LLA (Lancet 2003).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" y="605332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tool for the next one  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A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ssonRow2">
            <a:extLst>
              <a:ext uri="{FF2B5EF4-FFF2-40B4-BE49-F238E27FC236}">
                <a16:creationId xmlns:a16="http://schemas.microsoft.com/office/drawing/2014/main" id="{52F63C0D-4A73-0F4E-AD7D-EA91119928AA}"/>
              </a:ext>
            </a:extLst>
          </p:cNvPr>
          <p:cNvSpPr/>
          <p:nvPr/>
        </p:nvSpPr>
        <p:spPr>
          <a:xfrm>
            <a:off x="1016000" y="4749800"/>
            <a:ext cx="10160000" cy="177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LessonRow1">
            <a:extLst>
              <a:ext uri="{FF2B5EF4-FFF2-40B4-BE49-F238E27FC236}">
                <a16:creationId xmlns:a16="http://schemas.microsoft.com/office/drawing/2014/main" id="{A5DD4986-05B4-ED4B-8B06-D6C217012104}"/>
              </a:ext>
            </a:extLst>
          </p:cNvPr>
          <p:cNvSpPr/>
          <p:nvPr/>
        </p:nvSpPr>
        <p:spPr>
          <a:xfrm>
            <a:off x="1016000" y="2692400"/>
            <a:ext cx="10160000" cy="177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DividerNum">
            <a:extLst>
              <a:ext uri="{FF2B5EF4-FFF2-40B4-BE49-F238E27FC236}">
                <a16:creationId xmlns:a16="http://schemas.microsoft.com/office/drawing/2014/main" id="{4F5C199A-9D23-694A-B32A-BEF550796026}"/>
              </a:ext>
            </a:extLst>
          </p:cNvPr>
          <p:cNvSpPr txBox="1"/>
          <p:nvPr/>
        </p:nvSpPr>
        <p:spPr>
          <a:xfrm>
            <a:off x="1016000" y="889000"/>
            <a:ext cx="91440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4400" b="1" dirty="0">
                <a:solidFill>
                  <a:srgbClr val="15686B"/>
                </a:solidFill>
              </a:rPr>
              <a:t>What we’ve learned</a:t>
            </a:r>
          </a:p>
        </p:txBody>
      </p:sp>
      <p:sp>
        <p:nvSpPr>
          <p:cNvPr id="4" name="DividerRule">
            <a:extLst>
              <a:ext uri="{FF2B5EF4-FFF2-40B4-BE49-F238E27FC236}">
                <a16:creationId xmlns:a16="http://schemas.microsoft.com/office/drawing/2014/main" id="{40908AA8-D266-8145-9246-0E6135A5D2B5}"/>
              </a:ext>
            </a:extLst>
          </p:cNvPr>
          <p:cNvSpPr/>
          <p:nvPr/>
        </p:nvSpPr>
        <p:spPr>
          <a:xfrm>
            <a:off x="1066800" y="1905000"/>
            <a:ext cx="1143000" cy="635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DividerTitle">
            <a:extLst>
              <a:ext uri="{FF2B5EF4-FFF2-40B4-BE49-F238E27FC236}">
                <a16:creationId xmlns:a16="http://schemas.microsoft.com/office/drawing/2014/main" id="{C1F7EE2F-254B-F247-8EFC-DAB681104AF6}"/>
              </a:ext>
            </a:extLst>
          </p:cNvPr>
          <p:cNvSpPr txBox="1"/>
          <p:nvPr/>
        </p:nvSpPr>
        <p:spPr>
          <a:xfrm>
            <a:off x="1016000" y="2057400"/>
            <a:ext cx="9652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F3864"/>
                </a:solidFill>
                <a:latin typeface="Calibri" pitchFamily="34" charset="0"/>
              </a:rPr>
              <a:t>One way a true number can mislead you, and a look ahead.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81A89-49D7-7C4E-8D71-2C7441676222}"/>
              </a:ext>
            </a:extLst>
          </p:cNvPr>
          <p:cNvSpPr txBox="1"/>
          <p:nvPr/>
        </p:nvSpPr>
        <p:spPr>
          <a:xfrm>
            <a:off x="2768600" y="2870200"/>
            <a:ext cx="822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5686B"/>
                </a:solidFill>
                <a:latin typeface="Bookman Old Style"/>
              </a:rPr>
              <a:t>1  ·  Relative reporting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5A494C-1575-024E-9422-649FF425005E}"/>
              </a:ext>
            </a:extLst>
          </p:cNvPr>
          <p:cNvSpPr txBox="1"/>
          <p:nvPr/>
        </p:nvSpPr>
        <p:spPr>
          <a:xfrm>
            <a:off x="2768600" y="3276600"/>
            <a:ext cx="8229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3864"/>
                </a:solidFill>
                <a:latin typeface="Calibri"/>
                <a:cs typeface="Calibri"/>
              </a:rPr>
              <a:t>The trap:  A big-sounding percentage is usually relative, a tiny absolute change made to sound big.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DD215-9415-154A-B2E2-330108F0AD4B}"/>
              </a:ext>
            </a:extLst>
          </p:cNvPr>
          <p:cNvSpPr txBox="1"/>
          <p:nvPr/>
        </p:nvSpPr>
        <p:spPr>
          <a:xfrm>
            <a:off x="2768600" y="38354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15686B"/>
                </a:solidFill>
                <a:latin typeface="Calibri"/>
                <a:cs typeface="Calibri"/>
              </a:rPr>
              <a:t>Ask: how many real people does it move? (absolute change, NNT)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FEF917-D127-B54B-A3E9-E18AA7793178}"/>
              </a:ext>
            </a:extLst>
          </p:cNvPr>
          <p:cNvSpPr txBox="1"/>
          <p:nvPr/>
        </p:nvSpPr>
        <p:spPr>
          <a:xfrm>
            <a:off x="2768600" y="4927600"/>
            <a:ext cx="822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5686B"/>
                </a:solidFill>
                <a:latin typeface="Bookman Old Style"/>
              </a:rPr>
              <a:t>2  ·  Next week: Probability reversal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6B5D73-CED0-924B-845A-70E448D1D2F4}"/>
              </a:ext>
            </a:extLst>
          </p:cNvPr>
          <p:cNvSpPr txBox="1"/>
          <p:nvPr/>
        </p:nvSpPr>
        <p:spPr>
          <a:xfrm>
            <a:off x="2768600" y="5334000"/>
            <a:ext cx="8229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400" dirty="0">
                <a:solidFill>
                  <a:srgbClr val="1F3864"/>
                </a:solidFill>
                <a:latin typeface="Calibri" pitchFamily="34" charset="0"/>
              </a:rPr>
              <a:t>The trap:  A number about a crowd gets read as a probability about you.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D5EEE8-70C1-0748-B0E2-1CBE76AD0958}"/>
              </a:ext>
            </a:extLst>
          </p:cNvPr>
          <p:cNvSpPr txBox="1"/>
          <p:nvPr/>
        </p:nvSpPr>
        <p:spPr>
          <a:xfrm>
            <a:off x="2768600" y="58928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i="1">
                <a:solidFill>
                  <a:srgbClr val="15686B"/>
                </a:solidFill>
                <a:latin typeface="Calibri"/>
                <a:cs typeface="Calibri"/>
              </a:rPr>
              <a:t>Ask: given what? What does a positive test actually mean for me?</a:t>
            </a:r>
          </a:p>
        </p:txBody>
      </p:sp>
      <p:sp>
        <p:nvSpPr>
          <p:cNvPr id="17" name="LessonAccentFlat1">
            <a:extLst>
              <a:ext uri="{FF2B5EF4-FFF2-40B4-BE49-F238E27FC236}">
                <a16:creationId xmlns:a16="http://schemas.microsoft.com/office/drawing/2014/main" id="{BC46039A-11FC-9143-93B0-4D9939B633C1}"/>
              </a:ext>
            </a:extLst>
          </p:cNvPr>
          <p:cNvSpPr/>
          <p:nvPr/>
        </p:nvSpPr>
        <p:spPr>
          <a:xfrm>
            <a:off x="1066800" y="2692400"/>
            <a:ext cx="1473200" cy="17780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LessonAccentFlat2">
            <a:extLst>
              <a:ext uri="{FF2B5EF4-FFF2-40B4-BE49-F238E27FC236}">
                <a16:creationId xmlns:a16="http://schemas.microsoft.com/office/drawing/2014/main" id="{34C22567-0407-DB4F-8110-CCA7D935D3EB}"/>
              </a:ext>
            </a:extLst>
          </p:cNvPr>
          <p:cNvSpPr/>
          <p:nvPr/>
        </p:nvSpPr>
        <p:spPr>
          <a:xfrm>
            <a:off x="1066800" y="4749800"/>
            <a:ext cx="1473200" cy="17780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9" name="Graphic 9" descr="Scales icon for relative vs absolute ri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3149600"/>
            <a:ext cx="863600" cy="863600"/>
          </a:xfrm>
          <a:prstGeom prst="rect">
            <a:avLst/>
          </a:prstGeom>
        </p:spPr>
      </p:pic>
      <p:pic>
        <p:nvPicPr>
          <p:cNvPr id="10" name="Graphic 10" descr="Dice icon for expected values hide the trut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5207000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87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25F1-9483-2BB1-0BA7-ED112B5A2242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/>
              <a:t>Good Background Texts</a:t>
            </a:r>
          </a:p>
        </p:txBody>
      </p:sp>
      <p:sp>
        <p:nvSpPr>
          <p:cNvPr id="32" name="Book 1 caption"/>
          <p:cNvSpPr/>
          <p:nvPr/>
        </p:nvSpPr>
        <p:spPr>
          <a:xfrm>
            <a:off x="2032000" y="56515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lIns="177800" tIns="0" rIns="177800" bIns="0" anchor="ctr"/>
          <a:lstStyle/>
          <a:p>
            <a:pPr algn="ctr">
              <a:buNone/>
            </a:pPr>
            <a:r>
              <a:rPr lang="en-US" sz="1400" i="1" dirty="0">
                <a:solidFill>
                  <a:srgbClr val="6B6B6B"/>
                </a:solidFill>
              </a:rPr>
              <a:t>How a 300-year-old logical error fuels today’s replication crisis</a:t>
            </a:r>
          </a:p>
        </p:txBody>
      </p:sp>
      <p:sp>
        <p:nvSpPr>
          <p:cNvPr id="42" name="Book 2 caption"/>
          <p:cNvSpPr/>
          <p:nvPr/>
        </p:nvSpPr>
        <p:spPr>
          <a:xfrm>
            <a:off x="6604000" y="56515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lIns="177800" tIns="0" rIns="177800" bIns="0" anchor="ctr"/>
          <a:lstStyle/>
          <a:p>
            <a:pPr algn="ctr">
              <a:buNone/>
            </a:pPr>
            <a:r>
              <a:rPr lang="en-US" sz="1400" i="1" dirty="0">
                <a:solidFill>
                  <a:srgbClr val="6B6B6B"/>
                </a:solidFill>
              </a:rPr>
              <a:t>How to reason about cause and effect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783F5-9BF5-575B-0748-6E5CCCFA9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614" y="2095500"/>
            <a:ext cx="2230772" cy="3365500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DA416E-3825-7447-679E-7EAF9B989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298" y="2095500"/>
            <a:ext cx="2153404" cy="3365500"/>
          </a:xfrm>
          <a:prstGeom prst="rect">
            <a:avLst/>
          </a:prstGeom>
          <a:ln w="19050"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26278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3749040"/>
            <a:ext cx="4572000" cy="4572000"/>
          </a:xfrm>
          <a:prstGeom prst="ellipse">
            <a:avLst/>
          </a:prstGeom>
          <a:solidFill>
            <a:srgbClr val="C2683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0152" y="2834640"/>
            <a:ext cx="2011680" cy="2011680"/>
          </a:xfrm>
          <a:prstGeom prst="ellipse">
            <a:avLst/>
          </a:prstGeom>
          <a:solidFill>
            <a:srgbClr val="15686B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868680" cy="868680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ssets/emble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849" y="1536649"/>
            <a:ext cx="538582" cy="538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146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26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Questions, and a conversation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8580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 Cantor PhD</a:t>
            </a:r>
            <a:r>
              <a:rPr lang="en-US" sz="22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2200" dirty="0" err="1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murray@murraycantor.com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25C5454-4728-2B5E-FBFD-5DD5FF3624A4}"/>
              </a:ext>
            </a:extLst>
          </p:cNvPr>
          <p:cNvSpPr/>
          <p:nvPr/>
        </p:nvSpPr>
        <p:spPr>
          <a:xfrm>
            <a:off x="68580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Keenan MD </a:t>
            </a:r>
            <a:r>
              <a:rPr lang="en-US" sz="22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200" dirty="0" err="1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drkeenan@mdvip.com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52069-C849-3E8A-174B-6C0615D4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Num">
            <a:extLst>
              <a:ext uri="{FF2B5EF4-FFF2-40B4-BE49-F238E27FC236}">
                <a16:creationId xmlns:a16="http://schemas.microsoft.com/office/drawing/2014/main" id="{AC0E9DE4-118D-6E98-2451-537E31AB4607}"/>
              </a:ext>
            </a:extLst>
          </p:cNvPr>
          <p:cNvSpPr txBox="1"/>
          <p:nvPr/>
        </p:nvSpPr>
        <p:spPr>
          <a:xfrm>
            <a:off x="1041400" y="2840335"/>
            <a:ext cx="9652000" cy="92333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5400" b="1" dirty="0">
                <a:solidFill>
                  <a:srgbClr val="15686B"/>
                </a:solidFill>
              </a:rPr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3564758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5E177-1AF0-D38F-A8A6-DC5F6119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Eyebrow">
            <a:extLst>
              <a:ext uri="{FF2B5EF4-FFF2-40B4-BE49-F238E27FC236}">
                <a16:creationId xmlns:a16="http://schemas.microsoft.com/office/drawing/2014/main" id="{2BF134FA-EBA0-A3AD-3AC8-E3EEAA31E3C9}"/>
              </a:ext>
            </a:extLst>
          </p:cNvPr>
          <p:cNvSpPr txBox="1"/>
          <p:nvPr/>
        </p:nvSpPr>
        <p:spPr>
          <a:xfrm>
            <a:off x="1066800" y="1905000"/>
            <a:ext cx="5080000" cy="43088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2200" b="1" dirty="0">
                <a:solidFill>
                  <a:srgbClr val="15686B"/>
                </a:solidFill>
              </a:rPr>
              <a:t>FAULT 3</a:t>
            </a:r>
          </a:p>
        </p:txBody>
      </p:sp>
      <p:sp>
        <p:nvSpPr>
          <p:cNvPr id="3" name="DividerNum">
            <a:extLst>
              <a:ext uri="{FF2B5EF4-FFF2-40B4-BE49-F238E27FC236}">
                <a16:creationId xmlns:a16="http://schemas.microsoft.com/office/drawing/2014/main" id="{661B0C9E-3646-F27A-56D6-CDD2DDD1998B}"/>
              </a:ext>
            </a:extLst>
          </p:cNvPr>
          <p:cNvSpPr txBox="1"/>
          <p:nvPr/>
        </p:nvSpPr>
        <p:spPr>
          <a:xfrm>
            <a:off x="1041400" y="2840335"/>
            <a:ext cx="9652000" cy="92333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5400" b="1" dirty="0">
                <a:solidFill>
                  <a:srgbClr val="15686B"/>
                </a:solidFill>
              </a:rPr>
              <a:t>Arbitrary Categories</a:t>
            </a:r>
          </a:p>
        </p:txBody>
      </p:sp>
      <p:sp>
        <p:nvSpPr>
          <p:cNvPr id="4" name="DividerRule">
            <a:extLst>
              <a:ext uri="{FF2B5EF4-FFF2-40B4-BE49-F238E27FC236}">
                <a16:creationId xmlns:a16="http://schemas.microsoft.com/office/drawing/2014/main" id="{FE84A27C-9ADB-3B9D-98E7-C3E2AE3D838A}"/>
              </a:ext>
            </a:extLst>
          </p:cNvPr>
          <p:cNvSpPr/>
          <p:nvPr/>
        </p:nvSpPr>
        <p:spPr>
          <a:xfrm>
            <a:off x="1066800" y="4445000"/>
            <a:ext cx="1143000" cy="635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DividerTitle">
            <a:extLst>
              <a:ext uri="{FF2B5EF4-FFF2-40B4-BE49-F238E27FC236}">
                <a16:creationId xmlns:a16="http://schemas.microsoft.com/office/drawing/2014/main" id="{7A5C08FE-FEAD-72E4-D547-0920A0AE96F3}"/>
              </a:ext>
            </a:extLst>
          </p:cNvPr>
          <p:cNvSpPr txBox="1"/>
          <p:nvPr/>
        </p:nvSpPr>
        <p:spPr>
          <a:xfrm>
            <a:off x="1016000" y="4762500"/>
            <a:ext cx="10160000" cy="70788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4000" b="1" dirty="0">
                <a:solidFill>
                  <a:srgbClr val="15686B"/>
                </a:solidFill>
              </a:rPr>
              <a:t>Read the curve, not the cutoff</a:t>
            </a:r>
          </a:p>
        </p:txBody>
      </p:sp>
    </p:spTree>
    <p:extLst>
      <p:ext uri="{BB962C8B-B14F-4D97-AF65-F5344CB8AC3E}">
        <p14:creationId xmlns:p14="http://schemas.microsoft.com/office/powerpoint/2010/main" val="719447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Where Does “High” Begin?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0116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Your systolic reads 120. Last year it read 119.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Nothing about you changed. The label did.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Every number a doctor measures is continuous. Every label is a box.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Someone had to decide where the boxes begin, and the curve was not consulted.</a:t>
            </a:r>
          </a:p>
        </p:txBody>
      </p:sp>
    </p:spTree>
    <p:extLst>
      <p:ext uri="{BB962C8B-B14F-4D97-AF65-F5344CB8AC3E}">
        <p14:creationId xmlns:p14="http://schemas.microsoft.com/office/powerpoint/2010/main" val="5254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DE2E-2F00-BD95-3B30-AD408B0F7813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/>
              <a:t>Where the categories fall </a:t>
            </a:r>
          </a:p>
        </p:txBody>
      </p:sp>
      <p:pic>
        <p:nvPicPr>
          <p:cNvPr id="300" name="SBP categor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0000"/>
            <a:ext cx="10515600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2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DE2E-2F00-BD95-3B30-AD408B0F7813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/>
              <a:t>The Same Problem in BMI</a:t>
            </a:r>
          </a:p>
        </p:txBody>
      </p:sp>
      <p:pic>
        <p:nvPicPr>
          <p:cNvPr id="300" name="SBP categor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0000"/>
            <a:ext cx="10094000" cy="4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42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The Lines Move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0116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June 1998: the NIH lowered the “overweight” line from 27.8 to 25. About 25 million Americans became overweight overnight, without gaining a pound.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2017: the ACC/AHA lowered “hypertension” from 140/90 to 130/80, reclassifying 31 million Americans, 14% of all adults.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Neither curve moved. Only the lines did.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Sources: NIH/NHLBI Clinical Guidelines, June 1998 (contemporaneous press reports put the figure near 25 million); Whelton et al., 2017 ACC/AHA guideline, and Muntner et al.</a:t>
            </a:r>
          </a:p>
        </p:txBody>
      </p:sp>
    </p:spTree>
    <p:extLst>
      <p:ext uri="{BB962C8B-B14F-4D97-AF65-F5344CB8AC3E}">
        <p14:creationId xmlns:p14="http://schemas.microsoft.com/office/powerpoint/2010/main" val="5254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So Why Have Categories At All?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0116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 box is a decision rule. It tells a busy clinic who to look at twice, and it makes a chart readable in three seconds.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That is a real use, and a good one. The trouble starts when the box is read as a fact about your body.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 box cannot tell you how much risk you carry, or how much of it you picked up by crossing the line.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Ask where you sit on the curve, not which side of the line you are on.</a:t>
            </a:r>
          </a:p>
        </p:txBody>
      </p:sp>
    </p:spTree>
    <p:extLst>
      <p:ext uri="{BB962C8B-B14F-4D97-AF65-F5344CB8AC3E}">
        <p14:creationId xmlns:p14="http://schemas.microsoft.com/office/powerpoint/2010/main" val="5254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411480"/>
            <a:ext cx="1828800" cy="3712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Same Result, Told Honestly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841248" y="170078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36% reduction actually buys the person who takes it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737360" y="2212848"/>
            <a:ext cx="8686800" cy="1325880"/>
          </a:xfrm>
          <a:prstGeom prst="roundRect">
            <a:avLst>
              <a:gd name="adj" fmla="val 12414"/>
            </a:avLst>
          </a:prstGeom>
          <a:solidFill>
            <a:srgbClr val="C2683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194560" y="2286000"/>
            <a:ext cx="77724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“Over about three years, Lipitor prevented a heart attack in roughly 11 of every 1,000 similar patients treated.”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0800000">
            <a:off x="3931920" y="3465576"/>
            <a:ext cx="502920" cy="438912"/>
          </a:xfrm>
          <a:prstGeom prst="triangl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" y="406908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7EAE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real numbers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 1,000 had a heart attack without it, 19 with it. The drug spared 11 of them.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25696" y="406908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7EAE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00016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Number needed to treat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00016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about 91 such patients for three years to prevent one heart attack (NNT 91).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82712" y="4069080"/>
            <a:ext cx="3429000" cy="1481328"/>
          </a:xfrm>
          <a:prstGeom prst="roundRect">
            <a:avLst>
              <a:gd name="adj" fmla="val 6173"/>
            </a:avLst>
          </a:prstGeom>
          <a:solidFill>
            <a:srgbClr val="F7EAE2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57032" y="42519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Same fact, two faces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57032" y="4709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and 11 in 1,000 are the identical result. One sounds dramatic, one is honest.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ASCOT-LLA, atorvastatin 10 mg vs placebo, 1.9% vs 3.0% over 3.3 years; absolute reduction 1.1%, NNT 91. Lancet 2003; Lipitor prescribing label.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" y="605332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 real benefit still has to be weighed against your own risk and the harms  →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7470-8C6C-C449-881D-8BCBCAD776F6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/>
              <a:t>How to Read the Headline</a:t>
            </a:r>
          </a:p>
        </p:txBody>
      </p:sp>
      <p:sp>
        <p:nvSpPr>
          <p:cNvPr id="41" name="Step badge 1"/>
          <p:cNvSpPr/>
          <p:nvPr/>
        </p:nvSpPr>
        <p:spPr>
          <a:xfrm>
            <a:off x="685800" y="2133600"/>
            <a:ext cx="558800" cy="5588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</a:rPr>
              <a:t>1</a:t>
            </a:r>
          </a:p>
        </p:txBody>
      </p:sp>
      <p:sp>
        <p:nvSpPr>
          <p:cNvPr id="141" name="Step card 1"/>
          <p:cNvSpPr/>
          <p:nvPr/>
        </p:nvSpPr>
        <p:spPr>
          <a:xfrm>
            <a:off x="685800" y="2870200"/>
            <a:ext cx="2540000" cy="2387600"/>
          </a:xfrm>
          <a:prstGeom prst="roundRect">
            <a:avLst/>
          </a:prstGeom>
          <a:solidFill>
            <a:srgbClr val="F7EAE2"/>
          </a:solidFill>
          <a:ln>
            <a:noFill/>
          </a:ln>
        </p:spPr>
        <p:txBody>
          <a:bodyPr wrap="square" lIns="203200" tIns="203200" rIns="203200" bIns="20320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5686B"/>
                </a:solidFill>
                <a:latin typeface="Bookman Old Style" pitchFamily="34" charset="0"/>
              </a:rPr>
              <a:t>Baseline risk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F3864"/>
                </a:solidFill>
              </a:rPr>
              <a:t>About 3 in 100 untreated patients had a heart attack — a 3.0% absolute risk.</a:t>
            </a:r>
          </a:p>
        </p:txBody>
      </p:sp>
      <p:sp>
        <p:nvSpPr>
          <p:cNvPr id="42" name="Step badge 2"/>
          <p:cNvSpPr/>
          <p:nvPr/>
        </p:nvSpPr>
        <p:spPr>
          <a:xfrm>
            <a:off x="3479800" y="2133600"/>
            <a:ext cx="558800" cy="5588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</a:rPr>
              <a:t>2</a:t>
            </a:r>
          </a:p>
        </p:txBody>
      </p:sp>
      <p:sp>
        <p:nvSpPr>
          <p:cNvPr id="142" name="Step card 2"/>
          <p:cNvSpPr/>
          <p:nvPr/>
        </p:nvSpPr>
        <p:spPr>
          <a:xfrm>
            <a:off x="3479800" y="2870200"/>
            <a:ext cx="2540000" cy="2387600"/>
          </a:xfrm>
          <a:prstGeom prst="roundRect">
            <a:avLst/>
          </a:prstGeom>
          <a:solidFill>
            <a:srgbClr val="F7EAE2"/>
          </a:solidFill>
          <a:ln>
            <a:noFill/>
          </a:ln>
        </p:spPr>
        <p:txBody>
          <a:bodyPr wrap="square" lIns="203200" tIns="203200" rIns="203200" bIns="20320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5686B"/>
                </a:solidFill>
                <a:latin typeface="Bookman Old Style" pitchFamily="34" charset="0"/>
              </a:rPr>
              <a:t>What “36%” means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F3864"/>
                </a:solidFill>
              </a:rPr>
              <a:t>36% OF 3.0% (=1.1%), not 36 points off it — leaving 1.9% risk.</a:t>
            </a:r>
          </a:p>
        </p:txBody>
      </p:sp>
      <p:sp>
        <p:nvSpPr>
          <p:cNvPr id="43" name="Step badge 3"/>
          <p:cNvSpPr/>
          <p:nvPr/>
        </p:nvSpPr>
        <p:spPr>
          <a:xfrm>
            <a:off x="6273800" y="2133600"/>
            <a:ext cx="558800" cy="5588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</a:rPr>
              <a:t>3</a:t>
            </a:r>
          </a:p>
        </p:txBody>
      </p:sp>
      <p:sp>
        <p:nvSpPr>
          <p:cNvPr id="143" name="Step card 3"/>
          <p:cNvSpPr/>
          <p:nvPr/>
        </p:nvSpPr>
        <p:spPr>
          <a:xfrm>
            <a:off x="6273800" y="2870200"/>
            <a:ext cx="2540000" cy="2387600"/>
          </a:xfrm>
          <a:prstGeom prst="roundRect">
            <a:avLst/>
          </a:prstGeom>
          <a:solidFill>
            <a:srgbClr val="F7EAE2"/>
          </a:solidFill>
          <a:ln>
            <a:noFill/>
          </a:ln>
        </p:spPr>
        <p:txBody>
          <a:bodyPr wrap="square" lIns="203200" tIns="203200" rIns="203200" bIns="20320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5686B"/>
                </a:solidFill>
                <a:latin typeface="Bookman Old Style" pitchFamily="34" charset="0"/>
              </a:rPr>
              <a:t>Absolute reduction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F3864"/>
                </a:solidFill>
              </a:rPr>
              <a:t>3.0% − 1.9% = 1.1 percentage points — the real individual benefit.</a:t>
            </a:r>
          </a:p>
        </p:txBody>
      </p:sp>
      <p:sp>
        <p:nvSpPr>
          <p:cNvPr id="44" name="Step badge 4"/>
          <p:cNvSpPr/>
          <p:nvPr/>
        </p:nvSpPr>
        <p:spPr>
          <a:xfrm>
            <a:off x="9067800" y="2133600"/>
            <a:ext cx="558800" cy="5588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</a:rPr>
              <a:t>4</a:t>
            </a:r>
          </a:p>
        </p:txBody>
      </p:sp>
      <p:sp>
        <p:nvSpPr>
          <p:cNvPr id="144" name="Step card 4"/>
          <p:cNvSpPr/>
          <p:nvPr/>
        </p:nvSpPr>
        <p:spPr>
          <a:xfrm>
            <a:off x="9067800" y="2870200"/>
            <a:ext cx="2540000" cy="2387600"/>
          </a:xfrm>
          <a:prstGeom prst="roundRect">
            <a:avLst/>
          </a:prstGeom>
          <a:solidFill>
            <a:srgbClr val="F7EAE2"/>
          </a:solidFill>
          <a:ln>
            <a:noFill/>
          </a:ln>
        </p:spPr>
        <p:txBody>
          <a:bodyPr wrap="square" lIns="203200" tIns="203200" rIns="203200" bIns="20320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5686B"/>
                </a:solidFill>
                <a:latin typeface="Bookman Old Style" pitchFamily="34" charset="0"/>
              </a:rPr>
              <a:t>Decision support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1F3864"/>
                </a:solidFill>
              </a:rPr>
              <a:t>Weigh 1.1 points against side effects and cost; higher-risk people gain more.</a:t>
            </a:r>
          </a:p>
        </p:txBody>
      </p:sp>
      <p:sp>
        <p:nvSpPr>
          <p:cNvPr id="50" name="Key insight"/>
          <p:cNvSpPr/>
          <p:nvPr/>
        </p:nvSpPr>
        <p:spPr>
          <a:xfrm>
            <a:off x="685800" y="5562600"/>
            <a:ext cx="10820400" cy="990600"/>
          </a:xfrm>
          <a:prstGeom prst="roundRect">
            <a:avLst/>
          </a:prstGeom>
          <a:solidFill>
            <a:srgbClr val="F7EAE2"/>
          </a:solidFill>
          <a:ln>
            <a:noFill/>
          </a:ln>
        </p:spPr>
        <p:txBody>
          <a:bodyPr wrap="square" lIns="203200" tIns="127000" rIns="203200" bIns="12700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</a:rPr>
              <a:t>A “36% risk reduction” only lowers absolute risk from 3.0% to 1.9% — a real gain of 1.1 points, so about 11 of every 1,000 treated actually benefit.</a:t>
            </a:r>
          </a:p>
        </p:txBody>
      </p:sp>
    </p:spTree>
    <p:extLst>
      <p:ext uri="{BB962C8B-B14F-4D97-AF65-F5344CB8AC3E}">
        <p14:creationId xmlns:p14="http://schemas.microsoft.com/office/powerpoint/2010/main" val="2462702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338866"/>
            <a:ext cx="1210235" cy="2456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2565" y="403412"/>
            <a:ext cx="6131859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47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Real Headline: A Proposed New Flu Shot</a:t>
            </a:r>
            <a:endParaRPr lang="en-US" sz="2647" dirty="0"/>
          </a:p>
        </p:txBody>
      </p:sp>
      <p:sp>
        <p:nvSpPr>
          <p:cNvPr id="4" name="Text 1"/>
          <p:cNvSpPr/>
          <p:nvPr/>
        </p:nvSpPr>
        <p:spPr>
          <a:xfrm>
            <a:off x="2158701" y="1145690"/>
            <a:ext cx="7261412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35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lesson as the 36% Lipitor ad — now on a real 2026 trial</a:t>
            </a:r>
            <a:endParaRPr lang="en-US" sz="1235" dirty="0"/>
          </a:p>
        </p:txBody>
      </p:sp>
      <p:sp>
        <p:nvSpPr>
          <p:cNvPr id="5" name="Shape 2"/>
          <p:cNvSpPr/>
          <p:nvPr/>
        </p:nvSpPr>
        <p:spPr>
          <a:xfrm>
            <a:off x="2707341" y="1613647"/>
            <a:ext cx="6777318" cy="927847"/>
          </a:xfrm>
          <a:prstGeom prst="roundRect">
            <a:avLst>
              <a:gd name="adj" fmla="val 10435"/>
            </a:avLst>
          </a:prstGeom>
          <a:solidFill>
            <a:srgbClr val="C2683F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6" name="Text 3"/>
          <p:cNvSpPr/>
          <p:nvPr/>
        </p:nvSpPr>
        <p:spPr>
          <a:xfrm>
            <a:off x="2868706" y="1662056"/>
            <a:ext cx="6454588" cy="58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77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“New flu shot is 27% more effective for seniors, trial finds”</a:t>
            </a:r>
            <a:endParaRPr lang="en-US" sz="1677" dirty="0"/>
          </a:p>
        </p:txBody>
      </p:sp>
      <p:sp>
        <p:nvSpPr>
          <p:cNvPr id="7" name="Text 4"/>
          <p:cNvSpPr/>
          <p:nvPr/>
        </p:nvSpPr>
        <p:spPr>
          <a:xfrm>
            <a:off x="2868706" y="2210696"/>
            <a:ext cx="6454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27" i="1" dirty="0">
                <a:solidFill>
                  <a:srgbClr val="F4D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headline, representative of the coverage — not a quotation. The 27% is real.</a:t>
            </a:r>
            <a:endParaRPr lang="en-US" sz="927" dirty="0"/>
          </a:p>
        </p:txBody>
      </p:sp>
      <p:sp>
        <p:nvSpPr>
          <p:cNvPr id="8" name="Shape 5"/>
          <p:cNvSpPr/>
          <p:nvPr/>
        </p:nvSpPr>
        <p:spPr>
          <a:xfrm>
            <a:off x="2142565" y="2985247"/>
            <a:ext cx="2420471" cy="2339788"/>
          </a:xfrm>
          <a:prstGeom prst="roundRect">
            <a:avLst>
              <a:gd name="adj" fmla="val 4138"/>
            </a:avLst>
          </a:prstGeom>
          <a:solidFill>
            <a:srgbClr val="F7EAE2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9" name="Text 6"/>
          <p:cNvSpPr/>
          <p:nvPr/>
        </p:nvSpPr>
        <p:spPr>
          <a:xfrm>
            <a:off x="2344271" y="3211158"/>
            <a:ext cx="2017059" cy="56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12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27% of what?</a:t>
            </a:r>
            <a:endParaRPr lang="en-US" sz="1412" dirty="0"/>
          </a:p>
        </p:txBody>
      </p:sp>
      <p:sp>
        <p:nvSpPr>
          <p:cNvPr id="10" name="Text 7"/>
          <p:cNvSpPr/>
          <p:nvPr/>
        </p:nvSpPr>
        <p:spPr>
          <a:xfrm>
            <a:off x="2344271" y="3792071"/>
            <a:ext cx="20170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9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relative figure comparing two shots. The base it shrinks is small, so the percentage alone tells you little.</a:t>
            </a:r>
            <a:endParaRPr lang="en-US" sz="1191" dirty="0"/>
          </a:p>
        </p:txBody>
      </p:sp>
      <p:sp>
        <p:nvSpPr>
          <p:cNvPr id="11" name="Shape 8"/>
          <p:cNvSpPr/>
          <p:nvPr/>
        </p:nvSpPr>
        <p:spPr>
          <a:xfrm>
            <a:off x="4885765" y="2985247"/>
            <a:ext cx="2420471" cy="2339788"/>
          </a:xfrm>
          <a:prstGeom prst="roundRect">
            <a:avLst>
              <a:gd name="adj" fmla="val 4138"/>
            </a:avLst>
          </a:prstGeom>
          <a:solidFill>
            <a:srgbClr val="F7EAE2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12" name="Text 9"/>
          <p:cNvSpPr/>
          <p:nvPr/>
        </p:nvSpPr>
        <p:spPr>
          <a:xfrm>
            <a:off x="5087471" y="3211158"/>
            <a:ext cx="2017059" cy="56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12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More effective than what?</a:t>
            </a:r>
            <a:endParaRPr lang="en-US" sz="1412" dirty="0"/>
          </a:p>
        </p:txBody>
      </p:sp>
      <p:sp>
        <p:nvSpPr>
          <p:cNvPr id="13" name="Text 10"/>
          <p:cNvSpPr/>
          <p:nvPr/>
        </p:nvSpPr>
        <p:spPr>
          <a:xfrm>
            <a:off x="5087471" y="3792071"/>
            <a:ext cx="20170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9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yardstick was a standard-dose shot, not the high-dose one adults 65+ are already advised to get.</a:t>
            </a:r>
            <a:endParaRPr lang="en-US" sz="1191" dirty="0"/>
          </a:p>
        </p:txBody>
      </p:sp>
      <p:sp>
        <p:nvSpPr>
          <p:cNvPr id="14" name="Shape 11"/>
          <p:cNvSpPr/>
          <p:nvPr/>
        </p:nvSpPr>
        <p:spPr>
          <a:xfrm>
            <a:off x="7628965" y="2985247"/>
            <a:ext cx="2420471" cy="2339788"/>
          </a:xfrm>
          <a:prstGeom prst="roundRect">
            <a:avLst>
              <a:gd name="adj" fmla="val 4138"/>
            </a:avLst>
          </a:prstGeom>
          <a:solidFill>
            <a:srgbClr val="F7EAE2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15" name="Text 12"/>
          <p:cNvSpPr/>
          <p:nvPr/>
        </p:nvSpPr>
        <p:spPr>
          <a:xfrm>
            <a:off x="7830671" y="3211158"/>
            <a:ext cx="2017059" cy="56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12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decision needs more</a:t>
            </a:r>
            <a:endParaRPr lang="en-US" sz="1412" dirty="0"/>
          </a:p>
        </p:txBody>
      </p:sp>
      <p:sp>
        <p:nvSpPr>
          <p:cNvPr id="16" name="Text 13"/>
          <p:cNvSpPr/>
          <p:nvPr/>
        </p:nvSpPr>
        <p:spPr>
          <a:xfrm>
            <a:off x="7830671" y="3792071"/>
            <a:ext cx="201705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9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people are actually helped, the side effects, and whether any shot beats no shot at all.</a:t>
            </a:r>
            <a:endParaRPr lang="en-US" sz="1191" dirty="0"/>
          </a:p>
        </p:txBody>
      </p:sp>
      <p:sp>
        <p:nvSpPr>
          <p:cNvPr id="17" name="Text 14"/>
          <p:cNvSpPr/>
          <p:nvPr/>
        </p:nvSpPr>
        <p:spPr>
          <a:xfrm>
            <a:off x="2142565" y="5873675"/>
            <a:ext cx="7906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4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Fluent trial (mRNA-1010), New England Journal of Medicine, May 7, 2026 (NEJMoa2516491).</a:t>
            </a:r>
            <a:endParaRPr lang="en-US" sz="794" dirty="0"/>
          </a:p>
        </p:txBody>
      </p:sp>
    </p:spTree>
    <p:extLst>
      <p:ext uri="{BB962C8B-B14F-4D97-AF65-F5344CB8AC3E}">
        <p14:creationId xmlns:p14="http://schemas.microsoft.com/office/powerpoint/2010/main" val="167243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338866"/>
            <a:ext cx="1210235" cy="2456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2565" y="403412"/>
            <a:ext cx="6131859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47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27% to People</a:t>
            </a:r>
            <a:endParaRPr lang="en-US" sz="2647" dirty="0"/>
          </a:p>
        </p:txBody>
      </p:sp>
      <p:sp>
        <p:nvSpPr>
          <p:cNvPr id="4" name="Text 1"/>
          <p:cNvSpPr/>
          <p:nvPr/>
        </p:nvSpPr>
        <p:spPr>
          <a:xfrm>
            <a:off x="2158701" y="1145690"/>
            <a:ext cx="7261412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35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“27% more effective” looks like per 1,000 seniors vaccinated</a:t>
            </a:r>
            <a:endParaRPr lang="en-US" sz="1235" dirty="0"/>
          </a:p>
        </p:txBody>
      </p:sp>
      <p:sp>
        <p:nvSpPr>
          <p:cNvPr id="5" name="Text 2"/>
          <p:cNvSpPr/>
          <p:nvPr/>
        </p:nvSpPr>
        <p:spPr>
          <a:xfrm>
            <a:off x="2142565" y="2017059"/>
            <a:ext cx="2460812" cy="258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1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Standard-dose shot</a:t>
            </a:r>
            <a:endParaRPr lang="en-US" sz="1191" dirty="0"/>
          </a:p>
        </p:txBody>
      </p:sp>
      <p:sp>
        <p:nvSpPr>
          <p:cNvPr id="6" name="Text 3"/>
          <p:cNvSpPr/>
          <p:nvPr/>
        </p:nvSpPr>
        <p:spPr>
          <a:xfrm>
            <a:off x="4563035" y="2017059"/>
            <a:ext cx="2460812" cy="258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91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shot</a:t>
            </a:r>
            <a:endParaRPr lang="en-US" sz="1191" dirty="0"/>
          </a:p>
        </p:txBody>
      </p:sp>
      <p:pic>
        <p:nvPicPr>
          <p:cNvPr id="7" name="Image 1" descr="grid_s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247" y="2339788"/>
            <a:ext cx="2299447" cy="1474950"/>
          </a:xfrm>
          <a:prstGeom prst="rect">
            <a:avLst/>
          </a:prstGeom>
        </p:spPr>
      </p:pic>
      <p:pic>
        <p:nvPicPr>
          <p:cNvPr id="8" name="Image 2" descr="grid_mr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718" y="2339788"/>
            <a:ext cx="2299447" cy="14749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42565" y="3855079"/>
            <a:ext cx="2460812" cy="258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9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in 1,000 get flu-like illness</a:t>
            </a:r>
            <a:endParaRPr lang="en-US" sz="1059" dirty="0"/>
          </a:p>
        </p:txBody>
      </p:sp>
      <p:sp>
        <p:nvSpPr>
          <p:cNvPr id="10" name="Text 5"/>
          <p:cNvSpPr/>
          <p:nvPr/>
        </p:nvSpPr>
        <p:spPr>
          <a:xfrm>
            <a:off x="4563035" y="3855079"/>
            <a:ext cx="2460812" cy="258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9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 1,000 get flu-like illness</a:t>
            </a:r>
            <a:endParaRPr lang="en-US" sz="1059" dirty="0"/>
          </a:p>
        </p:txBody>
      </p:sp>
      <p:sp>
        <p:nvSpPr>
          <p:cNvPr id="11" name="Shape 6"/>
          <p:cNvSpPr/>
          <p:nvPr/>
        </p:nvSpPr>
        <p:spPr>
          <a:xfrm>
            <a:off x="7265894" y="2097741"/>
            <a:ext cx="2783541" cy="2178424"/>
          </a:xfrm>
          <a:prstGeom prst="roundRect">
            <a:avLst>
              <a:gd name="adj" fmla="val 4444"/>
            </a:avLst>
          </a:prstGeom>
          <a:solidFill>
            <a:srgbClr val="F7EAE2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12" name="Text 7"/>
          <p:cNvSpPr/>
          <p:nvPr/>
        </p:nvSpPr>
        <p:spPr>
          <a:xfrm>
            <a:off x="7467600" y="2259106"/>
            <a:ext cx="2380129" cy="80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47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5647" dirty="0"/>
          </a:p>
        </p:txBody>
      </p:sp>
      <p:sp>
        <p:nvSpPr>
          <p:cNvPr id="13" name="Text 8"/>
          <p:cNvSpPr/>
          <p:nvPr/>
        </p:nvSpPr>
        <p:spPr>
          <a:xfrm>
            <a:off x="8516471" y="2541494"/>
            <a:ext cx="1371600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24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1,000</a:t>
            </a:r>
            <a:endParaRPr lang="en-US" sz="1324" dirty="0"/>
          </a:p>
        </p:txBody>
      </p:sp>
      <p:sp>
        <p:nvSpPr>
          <p:cNvPr id="14" name="Text 9"/>
          <p:cNvSpPr/>
          <p:nvPr/>
        </p:nvSpPr>
        <p:spPr>
          <a:xfrm>
            <a:off x="7467600" y="3106271"/>
            <a:ext cx="2380129" cy="64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9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flu-like illnesses with the mRNA shot — the real, absolute gain.</a:t>
            </a:r>
            <a:endParaRPr lang="en-US" sz="1191" dirty="0"/>
          </a:p>
        </p:txBody>
      </p:sp>
      <p:sp>
        <p:nvSpPr>
          <p:cNvPr id="15" name="Text 10"/>
          <p:cNvSpPr/>
          <p:nvPr/>
        </p:nvSpPr>
        <p:spPr>
          <a:xfrm>
            <a:off x="7467600" y="3711388"/>
            <a:ext cx="2380129" cy="48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125 seniors switched from standard-dose to mRNA to prevent one extra case (NNV ≈ 125).</a:t>
            </a:r>
            <a:endParaRPr lang="en-US" sz="971" dirty="0"/>
          </a:p>
        </p:txBody>
      </p:sp>
      <p:sp>
        <p:nvSpPr>
          <p:cNvPr id="16" name="Text 11"/>
          <p:cNvSpPr/>
          <p:nvPr/>
        </p:nvSpPr>
        <p:spPr>
          <a:xfrm>
            <a:off x="2142565" y="5873675"/>
            <a:ext cx="7906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4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Fluent trial, NEJM 2026 (NEJMoa2516491). Per-protocol flu-like illness 2.0% (mRNA) vs 2.8% (standard-dose).</a:t>
            </a:r>
            <a:endParaRPr lang="en-US" sz="794" dirty="0"/>
          </a:p>
        </p:txBody>
      </p:sp>
      <p:sp>
        <p:nvSpPr>
          <p:cNvPr id="18" name="Text 13"/>
          <p:cNvSpPr/>
          <p:nvPr/>
        </p:nvSpPr>
        <p:spPr>
          <a:xfrm>
            <a:off x="2142565" y="6236746"/>
            <a:ext cx="7906871" cy="419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3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“27% more effective” = about 8 fewer flu cases per 1,000. Both describe the same result.</a:t>
            </a:r>
            <a:endParaRPr lang="en-US" sz="110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338866"/>
            <a:ext cx="1210235" cy="2456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2565" y="403412"/>
            <a:ext cx="6131859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47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Bigger Question: A Shot, or None?</a:t>
            </a:r>
            <a:endParaRPr lang="en-US" sz="2647" dirty="0"/>
          </a:p>
        </p:txBody>
      </p:sp>
      <p:sp>
        <p:nvSpPr>
          <p:cNvPr id="4" name="Text 1"/>
          <p:cNvSpPr/>
          <p:nvPr/>
        </p:nvSpPr>
        <p:spPr>
          <a:xfrm>
            <a:off x="2158701" y="1145690"/>
            <a:ext cx="7261412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35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compares two shots. The bigger choice is a shot versus nothing.</a:t>
            </a:r>
            <a:endParaRPr lang="en-US" sz="1235" dirty="0"/>
          </a:p>
        </p:txBody>
      </p:sp>
      <p:sp>
        <p:nvSpPr>
          <p:cNvPr id="5" name="Text 2"/>
          <p:cNvSpPr/>
          <p:nvPr/>
        </p:nvSpPr>
        <p:spPr>
          <a:xfrm>
            <a:off x="2788023" y="2017059"/>
            <a:ext cx="2178424" cy="24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4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shot</a:t>
            </a:r>
            <a:endParaRPr lang="en-US" sz="1147" dirty="0"/>
          </a:p>
        </p:txBody>
      </p:sp>
      <p:pic>
        <p:nvPicPr>
          <p:cNvPr id="6" name="Image 1" descr="grid_n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706" y="2299448"/>
            <a:ext cx="2017059" cy="12938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7682" y="3625536"/>
            <a:ext cx="2259106" cy="24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5" b="1" dirty="0">
                <a:solidFill>
                  <a:srgbClr val="C99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 in 1,000  (estimated)</a:t>
            </a:r>
            <a:endParaRPr lang="en-US" sz="1015" dirty="0"/>
          </a:p>
        </p:txBody>
      </p:sp>
      <p:sp>
        <p:nvSpPr>
          <p:cNvPr id="8" name="Text 4"/>
          <p:cNvSpPr/>
          <p:nvPr/>
        </p:nvSpPr>
        <p:spPr>
          <a:xfrm>
            <a:off x="5006788" y="2017059"/>
            <a:ext cx="2178424" cy="24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4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Standard-dose shot</a:t>
            </a:r>
            <a:endParaRPr lang="en-US" sz="1147" dirty="0"/>
          </a:p>
        </p:txBody>
      </p:sp>
      <p:pic>
        <p:nvPicPr>
          <p:cNvPr id="9" name="Image 2" descr="grid_st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471" y="2299448"/>
            <a:ext cx="2017059" cy="12938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6447" y="3625536"/>
            <a:ext cx="2259106" cy="24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5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in 1,000</a:t>
            </a:r>
            <a:endParaRPr lang="en-US" sz="1015" dirty="0"/>
          </a:p>
        </p:txBody>
      </p:sp>
      <p:sp>
        <p:nvSpPr>
          <p:cNvPr id="11" name="Text 6"/>
          <p:cNvSpPr/>
          <p:nvPr/>
        </p:nvSpPr>
        <p:spPr>
          <a:xfrm>
            <a:off x="7225553" y="2017059"/>
            <a:ext cx="2178424" cy="24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4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shot</a:t>
            </a:r>
            <a:endParaRPr lang="en-US" sz="1147" dirty="0"/>
          </a:p>
        </p:txBody>
      </p:sp>
      <p:pic>
        <p:nvPicPr>
          <p:cNvPr id="12" name="Image 3" descr="grid_mr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235" y="2299448"/>
            <a:ext cx="2017059" cy="12938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85212" y="3625536"/>
            <a:ext cx="2259106" cy="24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15" b="1" dirty="0">
                <a:solidFill>
                  <a:srgbClr val="C26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 1,000</a:t>
            </a:r>
            <a:endParaRPr lang="en-US" sz="1015" dirty="0"/>
          </a:p>
        </p:txBody>
      </p:sp>
      <p:sp>
        <p:nvSpPr>
          <p:cNvPr id="14" name="Shape 8"/>
          <p:cNvSpPr/>
          <p:nvPr/>
        </p:nvSpPr>
        <p:spPr>
          <a:xfrm>
            <a:off x="2142565" y="4155141"/>
            <a:ext cx="7906871" cy="1290918"/>
          </a:xfrm>
          <a:prstGeom prst="roundRect">
            <a:avLst>
              <a:gd name="adj" fmla="val 7500"/>
            </a:avLst>
          </a:prstGeom>
          <a:solidFill>
            <a:srgbClr val="F7EAE2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15" name="Text 9"/>
          <p:cNvSpPr/>
          <p:nvPr/>
        </p:nvSpPr>
        <p:spPr>
          <a:xfrm>
            <a:off x="2344271" y="4332642"/>
            <a:ext cx="2476948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18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≈19 / 1,000</a:t>
            </a:r>
            <a:endParaRPr lang="en-US" sz="2118" dirty="0"/>
          </a:p>
        </p:txBody>
      </p:sp>
      <p:sp>
        <p:nvSpPr>
          <p:cNvPr id="16" name="Text 10"/>
          <p:cNvSpPr/>
          <p:nvPr/>
        </p:nvSpPr>
        <p:spPr>
          <a:xfrm>
            <a:off x="2344271" y="4832873"/>
            <a:ext cx="2476948" cy="56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03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shot vs none — the big lever</a:t>
            </a:r>
            <a:endParaRPr lang="en-US" sz="1103" dirty="0"/>
          </a:p>
        </p:txBody>
      </p:sp>
      <p:sp>
        <p:nvSpPr>
          <p:cNvPr id="17" name="Text 11"/>
          <p:cNvSpPr/>
          <p:nvPr/>
        </p:nvSpPr>
        <p:spPr>
          <a:xfrm>
            <a:off x="4901901" y="4332642"/>
            <a:ext cx="2476948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118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≈8 / 1,000</a:t>
            </a:r>
            <a:endParaRPr lang="en-US" sz="2118" dirty="0"/>
          </a:p>
        </p:txBody>
      </p:sp>
      <p:sp>
        <p:nvSpPr>
          <p:cNvPr id="18" name="Text 12"/>
          <p:cNvSpPr/>
          <p:nvPr/>
        </p:nvSpPr>
        <p:spPr>
          <a:xfrm>
            <a:off x="4901901" y="4832873"/>
            <a:ext cx="2476948" cy="56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03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vs standard — the headline</a:t>
            </a:r>
            <a:endParaRPr lang="en-US" sz="1103" dirty="0"/>
          </a:p>
        </p:txBody>
      </p:sp>
      <p:sp>
        <p:nvSpPr>
          <p:cNvPr id="19" name="Text 13"/>
          <p:cNvSpPr/>
          <p:nvPr/>
        </p:nvSpPr>
        <p:spPr>
          <a:xfrm>
            <a:off x="7459532" y="4332642"/>
            <a:ext cx="2476948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65" b="1" dirty="0">
                <a:solidFill>
                  <a:srgbClr val="C99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Estimate</a:t>
            </a:r>
            <a:endParaRPr lang="en-US" sz="1765" dirty="0"/>
          </a:p>
        </p:txBody>
      </p:sp>
      <p:sp>
        <p:nvSpPr>
          <p:cNvPr id="20" name="Text 14"/>
          <p:cNvSpPr/>
          <p:nvPr/>
        </p:nvSpPr>
        <p:spPr>
          <a:xfrm>
            <a:off x="7459532" y="4832873"/>
            <a:ext cx="2476948" cy="564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103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no-shot bar has no trial control; from CDC ~40% effectiveness in seniors, and it swings by season</a:t>
            </a:r>
            <a:endParaRPr lang="en-US" sz="1103" dirty="0"/>
          </a:p>
        </p:txBody>
      </p:sp>
      <p:sp>
        <p:nvSpPr>
          <p:cNvPr id="21" name="Text 15"/>
          <p:cNvSpPr/>
          <p:nvPr/>
        </p:nvSpPr>
        <p:spPr>
          <a:xfrm>
            <a:off x="2142565" y="5873675"/>
            <a:ext cx="7906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94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mRNA vs standard measured in Fluent trial (NEJM 2026). No-shot column modeled from CDC vaccine-effectiveness for ages 65+ (≈40% in 2024-25; 30–41% interim 2025-26).</a:t>
            </a:r>
            <a:endParaRPr lang="en-US" sz="794" dirty="0"/>
          </a:p>
        </p:txBody>
      </p:sp>
      <p:sp>
        <p:nvSpPr>
          <p:cNvPr id="23" name="Text 17"/>
          <p:cNvSpPr/>
          <p:nvPr/>
        </p:nvSpPr>
        <p:spPr>
          <a:xfrm>
            <a:off x="2142565" y="6236746"/>
            <a:ext cx="7906871" cy="419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3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decision is whether to get a shot at all. The headline is only about which one.</a:t>
            </a:r>
            <a:endParaRPr lang="en-US" sz="110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338866"/>
            <a:ext cx="1210235" cy="2456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2565" y="403412"/>
            <a:ext cx="6131859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47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Count the Cost, Too</a:t>
            </a:r>
            <a:endParaRPr lang="en-US" sz="2647" dirty="0"/>
          </a:p>
        </p:txBody>
      </p:sp>
      <p:sp>
        <p:nvSpPr>
          <p:cNvPr id="4" name="Text 1"/>
          <p:cNvSpPr/>
          <p:nvPr/>
        </p:nvSpPr>
        <p:spPr>
          <a:xfrm>
            <a:off x="2158701" y="1145690"/>
            <a:ext cx="7261412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35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benefit gets an absolute number, so should the side effects</a:t>
            </a:r>
            <a:endParaRPr lang="en-US" sz="123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2142564" y="1936376"/>
          <a:ext cx="4921623" cy="2097740"/>
        </p:xfrm>
        <a:graphic>
          <a:graphicData uri="http://schemas.openxmlformats.org/drawingml/2006/table">
            <a:tbl>
              <a:tblPr/>
              <a:tblGrid>
                <a:gridCol w="2017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5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Reaction (first week)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0682" marR="80682" marT="40341" marB="40341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8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Sore 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 /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 /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A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 /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5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Muscle aches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268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 /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7235" marR="44824" marT="22412" marB="22412" anchor="ctr">
                    <a:lnL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06235" y="1936377"/>
            <a:ext cx="2743200" cy="3227294"/>
          </a:xfrm>
          <a:prstGeom prst="roundRect">
            <a:avLst>
              <a:gd name="adj" fmla="val 3529"/>
            </a:avLst>
          </a:prstGeom>
          <a:solidFill>
            <a:srgbClr val="F7EAE2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7" name="Text 3"/>
          <p:cNvSpPr/>
          <p:nvPr/>
        </p:nvSpPr>
        <p:spPr>
          <a:xfrm>
            <a:off x="7532146" y="2138082"/>
            <a:ext cx="2291379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honest ledger</a:t>
            </a:r>
            <a:endParaRPr lang="en-US" sz="1412" dirty="0"/>
          </a:p>
        </p:txBody>
      </p:sp>
      <p:sp>
        <p:nvSpPr>
          <p:cNvPr id="8" name="Text 4"/>
          <p:cNvSpPr/>
          <p:nvPr/>
        </p:nvSpPr>
        <p:spPr>
          <a:xfrm>
            <a:off x="7532146" y="2622177"/>
            <a:ext cx="2291379" cy="233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147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reactions were mild and lasted a couple of days. Serious events did not differ (2.2% vs 1.9%).</a:t>
            </a:r>
            <a:endParaRPr lang="en-US" sz="1147" dirty="0"/>
          </a:p>
          <a:p>
            <a:pPr>
              <a:lnSpc>
                <a:spcPct val="110000"/>
              </a:lnSpc>
            </a:pPr>
            <a:endParaRPr lang="en-US" sz="1147" dirty="0"/>
          </a:p>
          <a:p>
            <a:pPr>
              <a:lnSpc>
                <a:spcPct val="110000"/>
              </a:lnSpc>
            </a:pPr>
            <a:r>
              <a:rPr lang="en-US" sz="1147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shot prevents roughly 8 to 27 flu cases per 1,000, while adding several hundred short-lived reactions per 1,000.</a:t>
            </a:r>
            <a:endParaRPr lang="en-US" sz="1147" dirty="0"/>
          </a:p>
          <a:p>
            <a:pPr>
              <a:lnSpc>
                <a:spcPct val="110000"/>
              </a:lnSpc>
            </a:pPr>
            <a:endParaRPr lang="en-US" sz="1147" dirty="0"/>
          </a:p>
          <a:p>
            <a:pPr>
              <a:lnSpc>
                <a:spcPct val="110000"/>
              </a:lnSpc>
            </a:pPr>
            <a:r>
              <a:rPr lang="en-US" sz="1147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by severity, not by raw count.</a:t>
            </a:r>
            <a:endParaRPr lang="en-US" sz="1147" dirty="0"/>
          </a:p>
        </p:txBody>
      </p:sp>
      <p:sp>
        <p:nvSpPr>
          <p:cNvPr id="9" name="Text 5"/>
          <p:cNvSpPr/>
          <p:nvPr/>
        </p:nvSpPr>
        <p:spPr>
          <a:xfrm>
            <a:off x="2146300" y="5867400"/>
            <a:ext cx="79121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Fluent trial, NEJM 2026 — solicited reactions, first week; serious adverse events 2.2% (mRNA) vs 1.9% (standard).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146300" y="5435600"/>
            <a:ext cx="791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i="1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sore arm is common but brief; a prevented flu case is rarer but heavier. That trade is the decision.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3629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8F7C-4C0C-1A5E-DBBE-BEB7BDBA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A25D1762-1E0E-0036-7D2B-D88F075526CD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799" y="868680"/>
            <a:ext cx="92291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Looking Forward, We will Discuss: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ECBB86-25D3-7447-91BF-24E4F933D41A}"/>
              </a:ext>
            </a:extLst>
          </p:cNvPr>
          <p:cNvSpPr/>
          <p:nvPr/>
        </p:nvSpPr>
        <p:spPr>
          <a:xfrm>
            <a:off x="685800" y="1905000"/>
            <a:ext cx="5461000" cy="1092200"/>
          </a:xfrm>
          <a:prstGeom prst="roundRect">
            <a:avLst/>
          </a:prstGeom>
          <a:solidFill>
            <a:srgbClr val="F7F4EF"/>
          </a:solidFill>
          <a:ln w="12700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EF9B06-D47D-A049-9BDB-6EC11241795A}"/>
              </a:ext>
            </a:extLst>
          </p:cNvPr>
          <p:cNvSpPr/>
          <p:nvPr/>
        </p:nvSpPr>
        <p:spPr>
          <a:xfrm>
            <a:off x="863600" y="2159000"/>
            <a:ext cx="584200" cy="584200"/>
          </a:xfrm>
          <a:prstGeom prst="ellipse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Bookman Old Style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D1430-30DC-C049-A0B7-F5CD3D6CD696}"/>
              </a:ext>
            </a:extLst>
          </p:cNvPr>
          <p:cNvSpPr txBox="1"/>
          <p:nvPr/>
        </p:nvSpPr>
        <p:spPr>
          <a:xfrm>
            <a:off x="1600200" y="2006600"/>
            <a:ext cx="436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262320"/>
                </a:solidFill>
                <a:latin typeface="Calibri"/>
                <a:cs typeface="Calibri"/>
              </a:rPr>
              <a:t>The state of medical literature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279B7F-648A-0E4B-A9FF-E81E84119E45}"/>
              </a:ext>
            </a:extLst>
          </p:cNvPr>
          <p:cNvSpPr/>
          <p:nvPr/>
        </p:nvSpPr>
        <p:spPr>
          <a:xfrm>
            <a:off x="6426200" y="1905000"/>
            <a:ext cx="5461000" cy="1092200"/>
          </a:xfrm>
          <a:prstGeom prst="roundRect">
            <a:avLst/>
          </a:prstGeom>
          <a:solidFill>
            <a:srgbClr val="F7F4EF"/>
          </a:solidFill>
          <a:ln w="12700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573DE2-E44B-6745-95A5-41B744319DD4}"/>
              </a:ext>
            </a:extLst>
          </p:cNvPr>
          <p:cNvSpPr/>
          <p:nvPr/>
        </p:nvSpPr>
        <p:spPr>
          <a:xfrm>
            <a:off x="6604000" y="2159000"/>
            <a:ext cx="584200" cy="584200"/>
          </a:xfrm>
          <a:prstGeom prst="ellipse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Bookman Old Style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28037-3A04-E042-A52B-255B80CF5F6A}"/>
              </a:ext>
            </a:extLst>
          </p:cNvPr>
          <p:cNvSpPr txBox="1"/>
          <p:nvPr/>
        </p:nvSpPr>
        <p:spPr>
          <a:xfrm>
            <a:off x="7340600" y="2006600"/>
            <a:ext cx="436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262320"/>
                </a:solidFill>
                <a:latin typeface="Calibri"/>
                <a:cs typeface="Calibri"/>
              </a:rPr>
              <a:t>Why public health recommendations often flip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3630BB-BCE8-1849-ADD0-E27E434BA9D0}"/>
              </a:ext>
            </a:extLst>
          </p:cNvPr>
          <p:cNvSpPr/>
          <p:nvPr/>
        </p:nvSpPr>
        <p:spPr>
          <a:xfrm>
            <a:off x="685800" y="3175000"/>
            <a:ext cx="5461000" cy="1092200"/>
          </a:xfrm>
          <a:prstGeom prst="roundRect">
            <a:avLst/>
          </a:prstGeom>
          <a:solidFill>
            <a:srgbClr val="F7F4EF"/>
          </a:solidFill>
          <a:ln w="12700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83FB04-11F9-E94C-9AB5-9CCD53BC8409}"/>
              </a:ext>
            </a:extLst>
          </p:cNvPr>
          <p:cNvSpPr/>
          <p:nvPr/>
        </p:nvSpPr>
        <p:spPr>
          <a:xfrm>
            <a:off x="863600" y="3429000"/>
            <a:ext cx="584200" cy="584200"/>
          </a:xfrm>
          <a:prstGeom prst="ellipse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Bookman Old Style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B826FF-60A3-3743-A43F-614827163D44}"/>
              </a:ext>
            </a:extLst>
          </p:cNvPr>
          <p:cNvSpPr txBox="1"/>
          <p:nvPr/>
        </p:nvSpPr>
        <p:spPr>
          <a:xfrm>
            <a:off x="1600200" y="3276600"/>
            <a:ext cx="436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262320"/>
                </a:solidFill>
                <a:latin typeface="Calibri"/>
                <a:cs typeface="Calibri"/>
              </a:rPr>
              <a:t>The importance of low probabilities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A48214-AF8F-7243-9296-B4146BD20E44}"/>
              </a:ext>
            </a:extLst>
          </p:cNvPr>
          <p:cNvSpPr/>
          <p:nvPr/>
        </p:nvSpPr>
        <p:spPr>
          <a:xfrm>
            <a:off x="6426200" y="3175000"/>
            <a:ext cx="5461000" cy="1092200"/>
          </a:xfrm>
          <a:prstGeom prst="roundRect">
            <a:avLst/>
          </a:prstGeom>
          <a:solidFill>
            <a:srgbClr val="F7F4EF"/>
          </a:solidFill>
          <a:ln w="12700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6625D1-F1A5-B843-8EA3-8C23EA302339}"/>
              </a:ext>
            </a:extLst>
          </p:cNvPr>
          <p:cNvSpPr/>
          <p:nvPr/>
        </p:nvSpPr>
        <p:spPr>
          <a:xfrm>
            <a:off x="6604000" y="3429000"/>
            <a:ext cx="584200" cy="584200"/>
          </a:xfrm>
          <a:prstGeom prst="ellipse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Bookman Old Style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A44B0C-6CB2-BF40-ACF4-57087658D5F6}"/>
              </a:ext>
            </a:extLst>
          </p:cNvPr>
          <p:cNvSpPr txBox="1"/>
          <p:nvPr/>
        </p:nvSpPr>
        <p:spPr>
          <a:xfrm>
            <a:off x="7340600" y="3276600"/>
            <a:ext cx="436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262320"/>
                </a:solidFill>
                <a:latin typeface="Calibri"/>
                <a:cs typeface="Calibri"/>
              </a:rPr>
              <a:t>Causality versus correlation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444BA9A-1B2C-6D40-B3A8-51AB1CB95379}"/>
              </a:ext>
            </a:extLst>
          </p:cNvPr>
          <p:cNvSpPr/>
          <p:nvPr/>
        </p:nvSpPr>
        <p:spPr>
          <a:xfrm>
            <a:off x="685800" y="4445000"/>
            <a:ext cx="5461000" cy="1092200"/>
          </a:xfrm>
          <a:prstGeom prst="roundRect">
            <a:avLst/>
          </a:prstGeom>
          <a:solidFill>
            <a:srgbClr val="F7F4EF"/>
          </a:solidFill>
          <a:ln w="12700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AE67B8-E4B5-4C4C-A27D-D2B9C203B5D1}"/>
              </a:ext>
            </a:extLst>
          </p:cNvPr>
          <p:cNvSpPr/>
          <p:nvPr/>
        </p:nvSpPr>
        <p:spPr>
          <a:xfrm>
            <a:off x="863600" y="4699000"/>
            <a:ext cx="584200" cy="584200"/>
          </a:xfrm>
          <a:prstGeom prst="ellipse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Bookman Old Style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93A835-DC30-8B40-8D3B-DCCAD39683D4}"/>
              </a:ext>
            </a:extLst>
          </p:cNvPr>
          <p:cNvSpPr txBox="1"/>
          <p:nvPr/>
        </p:nvSpPr>
        <p:spPr>
          <a:xfrm>
            <a:off x="1600200" y="4546600"/>
            <a:ext cx="436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262320"/>
                </a:solidFill>
                <a:latin typeface="Calibri"/>
                <a:cs typeface="Calibri"/>
              </a:rPr>
              <a:t>Reading positive test results (COVID, pregnancy)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D0B1ED0-2BAE-DC4E-A499-7C35D5726135}"/>
              </a:ext>
            </a:extLst>
          </p:cNvPr>
          <p:cNvSpPr/>
          <p:nvPr/>
        </p:nvSpPr>
        <p:spPr>
          <a:xfrm>
            <a:off x="6426200" y="4445000"/>
            <a:ext cx="5461000" cy="1092200"/>
          </a:xfrm>
          <a:prstGeom prst="roundRect">
            <a:avLst/>
          </a:prstGeom>
          <a:solidFill>
            <a:srgbClr val="F7F4EF"/>
          </a:solidFill>
          <a:ln w="12700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A39BD4-6C81-8845-9207-35A0F2BBF707}"/>
              </a:ext>
            </a:extLst>
          </p:cNvPr>
          <p:cNvSpPr/>
          <p:nvPr/>
        </p:nvSpPr>
        <p:spPr>
          <a:xfrm>
            <a:off x="6604000" y="4699000"/>
            <a:ext cx="584200" cy="584200"/>
          </a:xfrm>
          <a:prstGeom prst="ellipse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Bookman Old Style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A44F95-F45F-F841-ABC7-D00ECE928E9C}"/>
              </a:ext>
            </a:extLst>
          </p:cNvPr>
          <p:cNvSpPr txBox="1"/>
          <p:nvPr/>
        </p:nvSpPr>
        <p:spPr>
          <a:xfrm>
            <a:off x="7340600" y="4546600"/>
            <a:ext cx="436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262320"/>
                </a:solidFill>
                <a:latin typeface="Calibri"/>
                <a:cs typeface="Calibri"/>
              </a:rPr>
              <a:t>Responding to measurements outside the normal range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FB56E90-824F-254E-924E-DE5F8CF61157}"/>
              </a:ext>
            </a:extLst>
          </p:cNvPr>
          <p:cNvSpPr/>
          <p:nvPr/>
        </p:nvSpPr>
        <p:spPr>
          <a:xfrm>
            <a:off x="685800" y="5715000"/>
            <a:ext cx="5461000" cy="1092200"/>
          </a:xfrm>
          <a:prstGeom prst="roundRect">
            <a:avLst/>
          </a:prstGeom>
          <a:solidFill>
            <a:srgbClr val="F7F4EF"/>
          </a:solidFill>
          <a:ln w="12700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1907376-EDFF-7E41-9BA3-27363EE18018}"/>
              </a:ext>
            </a:extLst>
          </p:cNvPr>
          <p:cNvSpPr/>
          <p:nvPr/>
        </p:nvSpPr>
        <p:spPr>
          <a:xfrm>
            <a:off x="863600" y="5969000"/>
            <a:ext cx="584200" cy="584200"/>
          </a:xfrm>
          <a:prstGeom prst="ellipse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Bookman Old Style"/>
              </a:rPr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9520A6-81FE-8B44-BED0-52ACD6D120D1}"/>
              </a:ext>
            </a:extLst>
          </p:cNvPr>
          <p:cNvSpPr txBox="1"/>
          <p:nvPr/>
        </p:nvSpPr>
        <p:spPr>
          <a:xfrm>
            <a:off x="1600200" y="5816600"/>
            <a:ext cx="436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262320"/>
                </a:solidFill>
                <a:latin typeface="Calibri"/>
                <a:cs typeface="Calibri"/>
              </a:rPr>
              <a:t>‘Syndrome’, ‘disorder’ and ‘spectrum’: what doctors mean</a:t>
            </a:r>
          </a:p>
        </p:txBody>
      </p:sp>
    </p:spTree>
    <p:extLst>
      <p:ext uri="{BB962C8B-B14F-4D97-AF65-F5344CB8AC3E}">
        <p14:creationId xmlns:p14="http://schemas.microsoft.com/office/powerpoint/2010/main" val="14935293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338866"/>
            <a:ext cx="1210235" cy="2456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2565" y="403412"/>
            <a:ext cx="6131859" cy="72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647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More Effective Than What?</a:t>
            </a:r>
            <a:endParaRPr lang="en-US" sz="2647" dirty="0"/>
          </a:p>
        </p:txBody>
      </p:sp>
      <p:sp>
        <p:nvSpPr>
          <p:cNvPr id="4" name="Text 1"/>
          <p:cNvSpPr/>
          <p:nvPr/>
        </p:nvSpPr>
        <p:spPr>
          <a:xfrm>
            <a:off x="2158701" y="1145690"/>
            <a:ext cx="7261412" cy="322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35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behind the headline isn’t the shot you’d actually be offered</a:t>
            </a:r>
            <a:endParaRPr lang="en-US" sz="1235" dirty="0"/>
          </a:p>
        </p:txBody>
      </p:sp>
      <p:sp>
        <p:nvSpPr>
          <p:cNvPr id="5" name="Shape 2"/>
          <p:cNvSpPr/>
          <p:nvPr/>
        </p:nvSpPr>
        <p:spPr>
          <a:xfrm>
            <a:off x="2142565" y="1896035"/>
            <a:ext cx="3792071" cy="1815353"/>
          </a:xfrm>
          <a:prstGeom prst="roundRect">
            <a:avLst>
              <a:gd name="adj" fmla="val 5333"/>
            </a:avLst>
          </a:prstGeom>
          <a:solidFill>
            <a:srgbClr val="F7EAE2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6" name="Text 3"/>
          <p:cNvSpPr/>
          <p:nvPr/>
        </p:nvSpPr>
        <p:spPr>
          <a:xfrm>
            <a:off x="2344271" y="2097741"/>
            <a:ext cx="3388659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C268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headline implies</a:t>
            </a:r>
            <a:endParaRPr lang="en-US" sz="1412" dirty="0"/>
          </a:p>
        </p:txBody>
      </p:sp>
      <p:sp>
        <p:nvSpPr>
          <p:cNvPr id="7" name="Text 4"/>
          <p:cNvSpPr/>
          <p:nvPr/>
        </p:nvSpPr>
        <p:spPr>
          <a:xfrm>
            <a:off x="2344271" y="2662518"/>
            <a:ext cx="3388659" cy="927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35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shot that beats your current flu protection by about a quarter.</a:t>
            </a:r>
            <a:endParaRPr lang="en-US" sz="1235" dirty="0"/>
          </a:p>
        </p:txBody>
      </p:sp>
      <p:sp>
        <p:nvSpPr>
          <p:cNvPr id="8" name="Shape 5"/>
          <p:cNvSpPr/>
          <p:nvPr/>
        </p:nvSpPr>
        <p:spPr>
          <a:xfrm>
            <a:off x="6257365" y="1896035"/>
            <a:ext cx="3792071" cy="1815353"/>
          </a:xfrm>
          <a:prstGeom prst="roundRect">
            <a:avLst>
              <a:gd name="adj" fmla="val 5333"/>
            </a:avLst>
          </a:prstGeom>
          <a:solidFill>
            <a:srgbClr val="F7EAE2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9" name="Text 6"/>
          <p:cNvSpPr/>
          <p:nvPr/>
        </p:nvSpPr>
        <p:spPr>
          <a:xfrm>
            <a:off x="6459071" y="2097741"/>
            <a:ext cx="3388659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12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trial actually tested</a:t>
            </a:r>
            <a:endParaRPr lang="en-US" sz="1412" dirty="0"/>
          </a:p>
        </p:txBody>
      </p:sp>
      <p:sp>
        <p:nvSpPr>
          <p:cNvPr id="10" name="Text 7"/>
          <p:cNvSpPr/>
          <p:nvPr/>
        </p:nvSpPr>
        <p:spPr>
          <a:xfrm>
            <a:off x="6459071" y="2662518"/>
            <a:ext cx="3388659" cy="927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35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mRNA shot versus a standard-dose shot. Adults 65+ are already advised to get a high-dose or adjuvanted shot, which was not the comparison.</a:t>
            </a:r>
            <a:endParaRPr lang="en-US" sz="1235" dirty="0"/>
          </a:p>
        </p:txBody>
      </p:sp>
      <p:sp>
        <p:nvSpPr>
          <p:cNvPr id="11" name="Shape 8"/>
          <p:cNvSpPr/>
          <p:nvPr/>
        </p:nvSpPr>
        <p:spPr>
          <a:xfrm>
            <a:off x="2142565" y="4034118"/>
            <a:ext cx="7906871" cy="1250576"/>
          </a:xfrm>
          <a:prstGeom prst="roundRect">
            <a:avLst>
              <a:gd name="adj" fmla="val 7742"/>
            </a:avLst>
          </a:prstGeom>
          <a:solidFill>
            <a:srgbClr val="F7EAE2"/>
          </a:solidFill>
          <a:ln/>
          <a:effectLst>
            <a:outerShdw blurRad="889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588"/>
          </a:p>
        </p:txBody>
      </p:sp>
      <p:sp>
        <p:nvSpPr>
          <p:cNvPr id="12" name="Text 9"/>
          <p:cNvSpPr/>
          <p:nvPr/>
        </p:nvSpPr>
        <p:spPr>
          <a:xfrm>
            <a:off x="2424953" y="4211619"/>
            <a:ext cx="7342094" cy="927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324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ages 65 and older, </a:t>
            </a:r>
            <a:r>
              <a:rPr lang="en-US" sz="1324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leaned on antibody levels measured against the high-dose shot</a:t>
            </a:r>
            <a:r>
              <a:rPr lang="en-US" sz="1324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on a head-to-head count of who actually caught the flu.</a:t>
            </a:r>
            <a:endParaRPr lang="en-US" sz="1324" dirty="0"/>
          </a:p>
        </p:txBody>
      </p:sp>
      <p:sp>
        <p:nvSpPr>
          <p:cNvPr id="13" name="Text 10"/>
          <p:cNvSpPr/>
          <p:nvPr/>
        </p:nvSpPr>
        <p:spPr>
          <a:xfrm>
            <a:off x="2146300" y="6019800"/>
            <a:ext cx="791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Fluent trial, NEJM 2026; FDA Vaccines and Related Biological Products Advisory Committee briefing, June 18, 2026.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146300" y="5588000"/>
            <a:ext cx="791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i="1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 over the weaker option is not the same as a win over the option you’d actually get.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7358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lthy_Skepticism_template" id="{A475EFBF-EC16-804F-804C-E378F4DD18F0}" vid="{6A4D0C99-FC8E-6640-8839-28A56828CE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ECEDE5C-0805-304A-84E1-7603506FB6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a7861329-2e06-4a86-8236-388c24162ff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31E00BF-4149-F542-8603-07C5A6BA7F98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6814721b-dfd0-44f4-9ac1-e6d60e1c0d9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20629</TotalTime>
  <Words>2552</Words>
  <Application>Microsoft Macintosh PowerPoint</Application>
  <PresentationFormat>Widescreen</PresentationFormat>
  <Paragraphs>278</Paragraphs>
  <Slides>29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Bookman Old Style</vt:lpstr>
      <vt:lpstr>Calibri</vt:lpstr>
      <vt:lpstr>Office Theme</vt:lpstr>
      <vt:lpstr>PowerPoint Presentation</vt:lpstr>
      <vt:lpstr>About Us</vt:lpstr>
      <vt:lpstr>Disclaimer</vt:lpstr>
      <vt:lpstr>Why the Course</vt:lpstr>
      <vt:lpstr>What to Expect</vt:lpstr>
      <vt:lpstr>The Five Faults</vt:lpstr>
      <vt:lpstr>PowerPoint Presentation</vt:lpstr>
      <vt:lpstr>Addressing Uncertainty</vt:lpstr>
      <vt:lpstr>PowerPoint Presentation</vt:lpstr>
      <vt:lpstr>PowerPoint Presentation</vt:lpstr>
      <vt:lpstr>PowerPoint Presentation</vt:lpstr>
      <vt:lpstr>PowerPoint Presentation</vt:lpstr>
      <vt:lpstr>Good Background Texts</vt:lpstr>
      <vt:lpstr>PowerPoint Presentation</vt:lpstr>
      <vt:lpstr>PowerPoint Presentation</vt:lpstr>
      <vt:lpstr>PowerPoint Presentation</vt:lpstr>
      <vt:lpstr>Where Does “High” Begin?</vt:lpstr>
      <vt:lpstr>Where the categories fall </vt:lpstr>
      <vt:lpstr>The Same Problem in BMI</vt:lpstr>
      <vt:lpstr>The Lines Move</vt:lpstr>
      <vt:lpstr>So Why Have Categories At All?</vt:lpstr>
      <vt:lpstr>PowerPoint Presentation</vt:lpstr>
      <vt:lpstr>How to Read the Headline</vt:lpstr>
      <vt:lpstr>PowerPoint Presentation</vt:lpstr>
      <vt:lpstr>PowerPoint Presentation</vt:lpstr>
      <vt:lpstr>PowerPoint Presentation</vt:lpstr>
      <vt:lpstr>PowerPoint Presentation</vt:lpstr>
      <vt:lpstr>Looking Forward, We will Discuss: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Murray Cantor</dc:creator>
  <cp:lastModifiedBy>Murray Cantor</cp:lastModifiedBy>
  <cp:revision>47</cp:revision>
  <cp:lastPrinted>2026-08-21T17:10:17Z</cp:lastPrinted>
  <dcterms:created xsi:type="dcterms:W3CDTF">2026-06-10T15:36:34Z</dcterms:created>
  <dcterms:modified xsi:type="dcterms:W3CDTF">2026-08-22T21:36:26Z</dcterms:modified>
</cp:coreProperties>
</file>